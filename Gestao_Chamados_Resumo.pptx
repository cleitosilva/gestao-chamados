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91" r:id="rId2"/>
    <p:sldId id="283" r:id="rId3"/>
    <p:sldId id="311" r:id="rId4"/>
    <p:sldId id="312" r:id="rId5"/>
    <p:sldId id="31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4D9A"/>
    <a:srgbClr val="000136"/>
    <a:srgbClr val="061729"/>
    <a:srgbClr val="A6A6A6"/>
    <a:srgbClr val="7D4B98"/>
    <a:srgbClr val="595EA6"/>
    <a:srgbClr val="2073B5"/>
    <a:srgbClr val="46B1E1"/>
    <a:srgbClr val="041728"/>
    <a:srgbClr val="0F0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CC61F-14E0-4F7A-880C-70A01003EA7A}" v="1" dt="2024-06-24T11:15:33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7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6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n Farias" userId="accb0487-28a7-4e9f-9b55-a502e290a1b7" providerId="ADAL" clId="{291CC61F-14E0-4F7A-880C-70A01003EA7A}"/>
    <pc:docChg chg="custSel modSld">
      <pc:chgData name="Alan Farias" userId="accb0487-28a7-4e9f-9b55-a502e290a1b7" providerId="ADAL" clId="{291CC61F-14E0-4F7A-880C-70A01003EA7A}" dt="2024-06-24T11:15:50.673" v="1" actId="478"/>
      <pc:docMkLst>
        <pc:docMk/>
      </pc:docMkLst>
      <pc:sldChg chg="delSp mod">
        <pc:chgData name="Alan Farias" userId="accb0487-28a7-4e9f-9b55-a502e290a1b7" providerId="ADAL" clId="{291CC61F-14E0-4F7A-880C-70A01003EA7A}" dt="2024-06-24T11:15:50.673" v="1" actId="478"/>
        <pc:sldMkLst>
          <pc:docMk/>
          <pc:sldMk cId="836989919" sldId="291"/>
        </pc:sldMkLst>
        <pc:picChg chg="del">
          <ac:chgData name="Alan Farias" userId="accb0487-28a7-4e9f-9b55-a502e290a1b7" providerId="ADAL" clId="{291CC61F-14E0-4F7A-880C-70A01003EA7A}" dt="2024-06-24T11:15:50.673" v="1" actId="478"/>
          <ac:picMkLst>
            <pc:docMk/>
            <pc:sldMk cId="836989919" sldId="291"/>
            <ac:picMk id="18" creationId="{2D44A1B2-2818-B860-C393-18BD0BEC711E}"/>
          </ac:picMkLst>
        </pc:picChg>
        <pc:picChg chg="del">
          <ac:chgData name="Alan Farias" userId="accb0487-28a7-4e9f-9b55-a502e290a1b7" providerId="ADAL" clId="{291CC61F-14E0-4F7A-880C-70A01003EA7A}" dt="2024-06-24T11:15:33.085" v="0" actId="478"/>
          <ac:picMkLst>
            <pc:docMk/>
            <pc:sldMk cId="836989919" sldId="291"/>
            <ac:picMk id="2050" creationId="{5E20CD98-A405-39C1-E799-5255CA65C2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82B80-231C-4DCC-8AC6-92C22D91CB84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6B62C-5FC5-49DD-985B-062B66BB46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796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>
          <a:extLst>
            <a:ext uri="{FF2B5EF4-FFF2-40B4-BE49-F238E27FC236}">
              <a16:creationId xmlns:a16="http://schemas.microsoft.com/office/drawing/2014/main" id="{68E77AD0-4DCC-5FCC-1044-A688D6587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4_2720:notes">
            <a:extLst>
              <a:ext uri="{FF2B5EF4-FFF2-40B4-BE49-F238E27FC236}">
                <a16:creationId xmlns:a16="http://schemas.microsoft.com/office/drawing/2014/main" id="{B2E6A2B6-B193-C26F-FB42-768CF37F0C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4_2720:notes">
            <a:extLst>
              <a:ext uri="{FF2B5EF4-FFF2-40B4-BE49-F238E27FC236}">
                <a16:creationId xmlns:a16="http://schemas.microsoft.com/office/drawing/2014/main" id="{AB2373D8-2FDD-96E2-92A8-F41E082F1B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mais de 1 mês do nosso primeiro contato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necessidades levantada junto com a Patricia e com o Lucas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Discutimos a construção de uma plataforma personalizada e integrada entre as fabrica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9645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>
          <a:extLst>
            <a:ext uri="{FF2B5EF4-FFF2-40B4-BE49-F238E27FC236}">
              <a16:creationId xmlns:a16="http://schemas.microsoft.com/office/drawing/2014/main" id="{68E77AD0-4DCC-5FCC-1044-A688D6587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4_2720:notes">
            <a:extLst>
              <a:ext uri="{FF2B5EF4-FFF2-40B4-BE49-F238E27FC236}">
                <a16:creationId xmlns:a16="http://schemas.microsoft.com/office/drawing/2014/main" id="{B2E6A2B6-B193-C26F-FB42-768CF37F0C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4_2720:notes">
            <a:extLst>
              <a:ext uri="{FF2B5EF4-FFF2-40B4-BE49-F238E27FC236}">
                <a16:creationId xmlns:a16="http://schemas.microsoft.com/office/drawing/2014/main" id="{AB2373D8-2FDD-96E2-92A8-F41E082F1B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613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>
          <a:extLst>
            <a:ext uri="{FF2B5EF4-FFF2-40B4-BE49-F238E27FC236}">
              <a16:creationId xmlns:a16="http://schemas.microsoft.com/office/drawing/2014/main" id="{68E77AD0-4DCC-5FCC-1044-A688D6587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4_2720:notes">
            <a:extLst>
              <a:ext uri="{FF2B5EF4-FFF2-40B4-BE49-F238E27FC236}">
                <a16:creationId xmlns:a16="http://schemas.microsoft.com/office/drawing/2014/main" id="{B2E6A2B6-B193-C26F-FB42-768CF37F0C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4_2720:notes">
            <a:extLst>
              <a:ext uri="{FF2B5EF4-FFF2-40B4-BE49-F238E27FC236}">
                <a16:creationId xmlns:a16="http://schemas.microsoft.com/office/drawing/2014/main" id="{AB2373D8-2FDD-96E2-92A8-F41E082F1B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1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>
          <a:extLst>
            <a:ext uri="{FF2B5EF4-FFF2-40B4-BE49-F238E27FC236}">
              <a16:creationId xmlns:a16="http://schemas.microsoft.com/office/drawing/2014/main" id="{68E77AD0-4DCC-5FCC-1044-A688D6587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54dda1946d_4_2720:notes">
            <a:extLst>
              <a:ext uri="{FF2B5EF4-FFF2-40B4-BE49-F238E27FC236}">
                <a16:creationId xmlns:a16="http://schemas.microsoft.com/office/drawing/2014/main" id="{B2E6A2B6-B193-C26F-FB42-768CF37F0C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54dda1946d_4_2720:notes">
            <a:extLst>
              <a:ext uri="{FF2B5EF4-FFF2-40B4-BE49-F238E27FC236}">
                <a16:creationId xmlns:a16="http://schemas.microsoft.com/office/drawing/2014/main" id="{AB2373D8-2FDD-96E2-92A8-F41E082F1B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249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758FB-346C-80DE-23AC-389F42953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784802-A804-D918-AB65-D26C9E756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7F0849-5220-0A64-AD55-5C85950EA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BD4FA0-AE16-B53B-916C-DC18A739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0FB7F9-BEB1-B7A9-251A-AA33C147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0800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144FD-D340-E898-0BFD-FD21CCCA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24005-64FC-248D-57F5-A4219008C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FFD9B4-28BC-0918-A688-C9171434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E50721-F37C-3718-2096-D10C525C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2DE4BB-EF53-D82A-7952-B9B85587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670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6475B-6EA2-B9F9-7BF1-EEBF962F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B2C402-6AAA-8CB2-53AB-B5AD7D14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D2E3FD-2AE8-04D2-13A6-8C18E771C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045853-4514-ED84-2199-BC78C95BD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338E8-B1E7-D9E9-7CD1-773DB65E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283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8CE7D-B1AE-01BF-59AA-8E3B80C5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0D58BD-D039-0090-B4DF-C27845E50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BAFB83-176E-C9E4-3F4E-C84EF747C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35075C-5B16-4CE4-CBCE-D0DC2F47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2DCDF4-6D8E-A842-ED22-ECD2E0241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EEE806-FBED-B8EE-556A-1AC3B74AA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89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C2EE2-9202-D327-94C4-F103AF39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A572-A31B-CDAC-8BEF-B06F88E04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AFFFA3-83B9-9850-1663-C7A705B58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68B58A9-4AA6-D2C9-0502-1DD599FF8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766F10F-9F88-C99B-89ED-0BF1CA4AC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89B0C1B-B2BD-FC66-A36D-C07895D0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86BBB83-95EF-620B-ADFE-CA86B3A8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474754E-FA86-0EED-C5F2-E0073E1C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679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1A2AD-6DFC-F93B-2FAC-D69D1EBF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645CE8-44A1-0244-419D-6EDC641BA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34C0BFD-B38A-7A13-702F-7EA4E9B5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81D18C3-91D0-A693-5D74-F537A6AFE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920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1F51DF-F8DC-BA9E-C47B-D66BAAB5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36D32B-1E25-74EB-28D5-0621EFBAF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E5226E-DC11-BFD3-627D-5505DE65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842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96664-BA29-8A90-2521-447AE1048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6D5D6C-31ED-7AB2-8CD6-1450D66AA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552EA8-1E54-9153-DA18-F14B0F3D5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F8D5F4-56E8-6BB3-39BD-BE6F470B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14D3E1-CE6B-2D14-544B-D07C9B23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2DF058-7C72-850C-CC0C-5B517D4E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957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C39ED-4337-2378-89E9-A2D0FDF6E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414254D-7456-5331-DC6F-1C39AE1FC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6094E7-8776-22D6-1030-14B5F5902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267957-352D-443E-126C-8875C2AF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437923-2850-80DE-203A-22C585EC8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9FD0AA-3030-E6C8-EA05-003F04688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311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7BF99-FB70-8988-DAC0-C1CE623A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489614-A1F1-EBB1-612A-CEE5F2B1E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A9FE50-68BC-583B-C0DC-A8D3CFB1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DF912E-BE70-1D20-D4CB-1D827C81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8A3115-1390-34A4-7085-6089B6B8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6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F8C7FE1-6033-E615-2757-BE63E2B95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FA1D24-8816-E23C-B72B-7503A2983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4E2FB7-97DE-21AF-1D58-4903CAAED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55D2AD-184A-CF18-527D-51E84C85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C3ECCD-E7CC-9BF7-C0D3-780C9452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316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D5C9A23-7213-DC18-DE81-69FF45BF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E42474-F597-F974-E437-4CA66EE5F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66AC6D-EDF2-72A1-4607-3EABF4A16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787F60-427B-4811-AEA5-29AEE582BCE3}" type="datetimeFigureOut">
              <a:rPr lang="pt-BR" smtClean="0"/>
              <a:t>24/06/2024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A15139-C1C7-81B4-F1E0-833DCC06B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25E4A8-FF93-7D0C-1E38-AF94CA4C3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D1443-4FD1-4184-88B0-FB25C8E142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0550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.png"/><Relationship Id="rId3" Type="http://schemas.openxmlformats.org/officeDocument/2006/relationships/image" Target="../media/image17.jpeg"/><Relationship Id="rId7" Type="http://schemas.openxmlformats.org/officeDocument/2006/relationships/image" Target="../media/image11.svg"/><Relationship Id="rId12" Type="http://schemas.openxmlformats.org/officeDocument/2006/relationships/image" Target="../media/image12.png"/><Relationship Id="rId1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21.svg"/><Relationship Id="rId5" Type="http://schemas.openxmlformats.org/officeDocument/2006/relationships/image" Target="../media/image19.svg"/><Relationship Id="rId15" Type="http://schemas.openxmlformats.org/officeDocument/2006/relationships/image" Target="../media/image23.svg"/><Relationship Id="rId10" Type="http://schemas.openxmlformats.org/officeDocument/2006/relationships/image" Target="../media/image20.png"/><Relationship Id="rId4" Type="http://schemas.openxmlformats.org/officeDocument/2006/relationships/image" Target="../media/image18.png"/><Relationship Id="rId9" Type="http://schemas.openxmlformats.org/officeDocument/2006/relationships/image" Target="../media/image9.sv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sv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9" Type="http://schemas.openxmlformats.org/officeDocument/2006/relationships/image" Target="../media/image53.svg"/><Relationship Id="rId21" Type="http://schemas.openxmlformats.org/officeDocument/2006/relationships/image" Target="../media/image35.svg"/><Relationship Id="rId34" Type="http://schemas.openxmlformats.org/officeDocument/2006/relationships/image" Target="../media/image48.png"/><Relationship Id="rId42" Type="http://schemas.openxmlformats.org/officeDocument/2006/relationships/image" Target="../media/image56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.png"/><Relationship Id="rId20" Type="http://schemas.openxmlformats.org/officeDocument/2006/relationships/image" Target="../media/image34.png"/><Relationship Id="rId29" Type="http://schemas.openxmlformats.org/officeDocument/2006/relationships/image" Target="../media/image43.svg"/><Relationship Id="rId41" Type="http://schemas.openxmlformats.org/officeDocument/2006/relationships/image" Target="../media/image55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37" Type="http://schemas.openxmlformats.org/officeDocument/2006/relationships/image" Target="../media/image51.svg"/><Relationship Id="rId40" Type="http://schemas.openxmlformats.org/officeDocument/2006/relationships/image" Target="../media/image54.png"/><Relationship Id="rId5" Type="http://schemas.openxmlformats.org/officeDocument/2006/relationships/image" Target="../media/image25.svg"/><Relationship Id="rId15" Type="http://schemas.openxmlformats.org/officeDocument/2006/relationships/image" Target="../media/image5.svg"/><Relationship Id="rId23" Type="http://schemas.openxmlformats.org/officeDocument/2006/relationships/image" Target="../media/image37.svg"/><Relationship Id="rId28" Type="http://schemas.openxmlformats.org/officeDocument/2006/relationships/image" Target="../media/image42.png"/><Relationship Id="rId36" Type="http://schemas.openxmlformats.org/officeDocument/2006/relationships/image" Target="../media/image50.png"/><Relationship Id="rId10" Type="http://schemas.openxmlformats.org/officeDocument/2006/relationships/image" Target="../media/image30.png"/><Relationship Id="rId19" Type="http://schemas.openxmlformats.org/officeDocument/2006/relationships/image" Target="../media/image33.svg"/><Relationship Id="rId31" Type="http://schemas.openxmlformats.org/officeDocument/2006/relationships/image" Target="../media/image4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Relationship Id="rId14" Type="http://schemas.openxmlformats.org/officeDocument/2006/relationships/image" Target="../media/image4.png"/><Relationship Id="rId22" Type="http://schemas.openxmlformats.org/officeDocument/2006/relationships/image" Target="../media/image36.png"/><Relationship Id="rId27" Type="http://schemas.openxmlformats.org/officeDocument/2006/relationships/image" Target="../media/image41.svg"/><Relationship Id="rId30" Type="http://schemas.openxmlformats.org/officeDocument/2006/relationships/image" Target="../media/image44.png"/><Relationship Id="rId35" Type="http://schemas.openxmlformats.org/officeDocument/2006/relationships/image" Target="../media/image49.svg"/><Relationship Id="rId43" Type="http://schemas.openxmlformats.org/officeDocument/2006/relationships/image" Target="../media/image57.svg"/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12" Type="http://schemas.openxmlformats.org/officeDocument/2006/relationships/image" Target="../media/image22.png"/><Relationship Id="rId17" Type="http://schemas.openxmlformats.org/officeDocument/2006/relationships/image" Target="../media/image7.svg"/><Relationship Id="rId25" Type="http://schemas.openxmlformats.org/officeDocument/2006/relationships/image" Target="../media/image39.svg"/><Relationship Id="rId33" Type="http://schemas.openxmlformats.org/officeDocument/2006/relationships/image" Target="../media/image47.svg"/><Relationship Id="rId38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60.png"/><Relationship Id="rId5" Type="http://schemas.openxmlformats.org/officeDocument/2006/relationships/image" Target="../media/image35.svg"/><Relationship Id="rId10" Type="http://schemas.openxmlformats.org/officeDocument/2006/relationships/image" Target="../media/image59.svg"/><Relationship Id="rId4" Type="http://schemas.openxmlformats.org/officeDocument/2006/relationships/image" Target="../media/image34.png"/><Relationship Id="rId9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36"/>
        </a:solidFill>
        <a:effectLst/>
      </p:bgPr>
    </p:bg>
    <p:spTree>
      <p:nvGrpSpPr>
        <p:cNvPr id="1" name="Shape 1039">
          <a:extLst>
            <a:ext uri="{FF2B5EF4-FFF2-40B4-BE49-F238E27FC236}">
              <a16:creationId xmlns:a16="http://schemas.microsoft.com/office/drawing/2014/main" id="{06A818EA-6AB3-DEDA-780C-23D0EBA4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EE9756A-A7B6-5B58-26A0-C41FA0D7BF9E}"/>
              </a:ext>
            </a:extLst>
          </p:cNvPr>
          <p:cNvSpPr/>
          <p:nvPr/>
        </p:nvSpPr>
        <p:spPr>
          <a:xfrm>
            <a:off x="829884" y="790337"/>
            <a:ext cx="10673080" cy="4852091"/>
          </a:xfrm>
          <a:prstGeom prst="roundRect">
            <a:avLst>
              <a:gd name="adj" fmla="val 81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5DE5F68-88E6-3CA7-68B5-BD3DDB48764D}"/>
              </a:ext>
            </a:extLst>
          </p:cNvPr>
          <p:cNvSpPr txBox="1"/>
          <p:nvPr/>
        </p:nvSpPr>
        <p:spPr>
          <a:xfrm>
            <a:off x="3118424" y="2210068"/>
            <a:ext cx="6096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rgbClr val="0F0E9A"/>
                </a:solidFill>
                <a:latin typeface="Raleway Black"/>
              </a:rPr>
              <a:t>Sistema </a:t>
            </a:r>
          </a:p>
          <a:p>
            <a:pPr algn="ctr"/>
            <a:r>
              <a:rPr lang="pt-BR" sz="4400" dirty="0">
                <a:solidFill>
                  <a:srgbClr val="0F0E9A"/>
                </a:solidFill>
                <a:latin typeface="Raleway Black"/>
              </a:rPr>
              <a:t>Gestão de Chamados</a:t>
            </a:r>
          </a:p>
          <a:p>
            <a:pPr algn="ctr"/>
            <a:endParaRPr lang="pt-BR" sz="4400" dirty="0">
              <a:solidFill>
                <a:srgbClr val="0F0E9A"/>
              </a:solidFill>
            </a:endParaRPr>
          </a:p>
        </p:txBody>
      </p:sp>
      <p:pic>
        <p:nvPicPr>
          <p:cNvPr id="2" name="Espaço Reservado para Conteúdo 5">
            <a:extLst>
              <a:ext uri="{FF2B5EF4-FFF2-40B4-BE49-F238E27FC236}">
                <a16:creationId xmlns:a16="http://schemas.microsoft.com/office/drawing/2014/main" id="{C9289B9C-C65D-B5F0-60D1-844FBAECD5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" t="34620" r="65350"/>
          <a:stretch/>
        </p:blipFill>
        <p:spPr>
          <a:xfrm>
            <a:off x="0" y="6467851"/>
            <a:ext cx="12199170" cy="40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ráfico 5" descr="Usuário com preenchimento sólido">
            <a:extLst>
              <a:ext uri="{FF2B5EF4-FFF2-40B4-BE49-F238E27FC236}">
                <a16:creationId xmlns:a16="http://schemas.microsoft.com/office/drawing/2014/main" id="{27302690-1655-4A3D-8F68-57F5D0E246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3840" y="3633365"/>
            <a:ext cx="914400" cy="914400"/>
          </a:xfrm>
          <a:prstGeom prst="rect">
            <a:avLst/>
          </a:prstGeom>
        </p:spPr>
      </p:pic>
      <p:pic>
        <p:nvPicPr>
          <p:cNvPr id="12" name="Gráfico 11" descr="Eletricista masculino com preenchimento sólido">
            <a:extLst>
              <a:ext uri="{FF2B5EF4-FFF2-40B4-BE49-F238E27FC236}">
                <a16:creationId xmlns:a16="http://schemas.microsoft.com/office/drawing/2014/main" id="{E0EF5035-EAEB-A5A3-CC85-B5BAEECAE3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91299" y="3633365"/>
            <a:ext cx="914400" cy="914400"/>
          </a:xfrm>
          <a:prstGeom prst="rect">
            <a:avLst/>
          </a:prstGeom>
        </p:spPr>
      </p:pic>
      <p:pic>
        <p:nvPicPr>
          <p:cNvPr id="19" name="Gráfico 18" descr="Trabalhador de construção estrutura de tópicos">
            <a:extLst>
              <a:ext uri="{FF2B5EF4-FFF2-40B4-BE49-F238E27FC236}">
                <a16:creationId xmlns:a16="http://schemas.microsoft.com/office/drawing/2014/main" id="{A7803241-30C8-5AA0-B32E-23E1834118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95034" y="3633365"/>
            <a:ext cx="914400" cy="914400"/>
          </a:xfrm>
          <a:prstGeom prst="rect">
            <a:avLst/>
          </a:prstGeom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9A26F9B-D62D-9BCC-130F-F6F6891292B4}"/>
              </a:ext>
            </a:extLst>
          </p:cNvPr>
          <p:cNvGrpSpPr/>
          <p:nvPr/>
        </p:nvGrpSpPr>
        <p:grpSpPr>
          <a:xfrm>
            <a:off x="8087563" y="3622719"/>
            <a:ext cx="1191445" cy="935692"/>
            <a:chOff x="6669894" y="4672442"/>
            <a:chExt cx="1191445" cy="935692"/>
          </a:xfrm>
        </p:grpSpPr>
        <p:pic>
          <p:nvPicPr>
            <p:cNvPr id="16" name="Gráfico 15" descr="Trabalhador de construção com preenchimento sólido">
              <a:extLst>
                <a:ext uri="{FF2B5EF4-FFF2-40B4-BE49-F238E27FC236}">
                  <a16:creationId xmlns:a16="http://schemas.microsoft.com/office/drawing/2014/main" id="{FCEF81D3-41A6-F304-152D-9158E8824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669894" y="4672442"/>
              <a:ext cx="914400" cy="914400"/>
            </a:xfrm>
            <a:prstGeom prst="rect">
              <a:avLst/>
            </a:prstGeom>
          </p:spPr>
        </p:pic>
        <p:pic>
          <p:nvPicPr>
            <p:cNvPr id="21" name="Gráfico 20" descr="Ferramentas com preenchimento sólido">
              <a:extLst>
                <a:ext uri="{FF2B5EF4-FFF2-40B4-BE49-F238E27FC236}">
                  <a16:creationId xmlns:a16="http://schemas.microsoft.com/office/drawing/2014/main" id="{F1DF8582-06C9-00D9-3DB6-5C8ABF1F9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326373" y="5073168"/>
              <a:ext cx="534966" cy="534966"/>
            </a:xfrm>
            <a:prstGeom prst="rect">
              <a:avLst/>
            </a:prstGeom>
          </p:spPr>
        </p:pic>
      </p:grpSp>
      <p:pic>
        <p:nvPicPr>
          <p:cNvPr id="22" name="Gráfico 21" descr="Usuários com preenchimento sólido">
            <a:extLst>
              <a:ext uri="{FF2B5EF4-FFF2-40B4-BE49-F238E27FC236}">
                <a16:creationId xmlns:a16="http://schemas.microsoft.com/office/drawing/2014/main" id="{53968A29-042B-9C0C-632D-32C24D8816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50105" y="3509033"/>
            <a:ext cx="1163064" cy="116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8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729"/>
        </a:solidFill>
        <a:effectLst/>
      </p:bgPr>
    </p:bg>
    <p:spTree>
      <p:nvGrpSpPr>
        <p:cNvPr id="1" name="Shape 1039">
          <a:extLst>
            <a:ext uri="{FF2B5EF4-FFF2-40B4-BE49-F238E27FC236}">
              <a16:creationId xmlns:a16="http://schemas.microsoft.com/office/drawing/2014/main" id="{06A818EA-6AB3-DEDA-780C-23D0EBA4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66BC702-07FA-C11A-B4FA-A29CE3155329}"/>
              </a:ext>
            </a:extLst>
          </p:cNvPr>
          <p:cNvSpPr/>
          <p:nvPr/>
        </p:nvSpPr>
        <p:spPr>
          <a:xfrm>
            <a:off x="5074919" y="4294744"/>
            <a:ext cx="4993641" cy="1861354"/>
          </a:xfrm>
          <a:prstGeom prst="roundRect">
            <a:avLst>
              <a:gd name="adj" fmla="val 6842"/>
            </a:avLst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C0429BA-E9F3-B7C3-2B8F-1D64BD7FBF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49145" y="1112797"/>
            <a:ext cx="400963" cy="400963"/>
          </a:xfrm>
          <a:prstGeom prst="rect">
            <a:avLst/>
          </a:prstGeom>
          <a:noFill/>
        </p:spPr>
      </p:pic>
      <p:pic>
        <p:nvPicPr>
          <p:cNvPr id="38" name="Gráfico 37" descr="Conexões com preenchimento sólido">
            <a:extLst>
              <a:ext uri="{FF2B5EF4-FFF2-40B4-BE49-F238E27FC236}">
                <a16:creationId xmlns:a16="http://schemas.microsoft.com/office/drawing/2014/main" id="{5A639467-BE29-6C99-7DF3-1EBD24B14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3296" y="3651720"/>
            <a:ext cx="565063" cy="565063"/>
          </a:xfrm>
          <a:prstGeom prst="rect">
            <a:avLst/>
          </a:prstGeom>
        </p:spPr>
      </p:pic>
      <p:sp>
        <p:nvSpPr>
          <p:cNvPr id="13" name="Google Shape;1040;p42">
            <a:extLst>
              <a:ext uri="{FF2B5EF4-FFF2-40B4-BE49-F238E27FC236}">
                <a16:creationId xmlns:a16="http://schemas.microsoft.com/office/drawing/2014/main" id="{4EDE6A4D-2BF1-C6A8-6B24-BE2240E68493}"/>
              </a:ext>
            </a:extLst>
          </p:cNvPr>
          <p:cNvSpPr txBox="1">
            <a:spLocks/>
          </p:cNvSpPr>
          <p:nvPr/>
        </p:nvSpPr>
        <p:spPr>
          <a:xfrm>
            <a:off x="702824" y="95562"/>
            <a:ext cx="11489175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3467" dirty="0">
                <a:solidFill>
                  <a:schemeClr val="bg1"/>
                </a:solidFill>
                <a:latin typeface="Raleway Black"/>
                <a:ea typeface="Raleway Black"/>
                <a:cs typeface="Raleway Black"/>
                <a:sym typeface="Raleway Black"/>
              </a:rPr>
              <a:t>Solução </a:t>
            </a:r>
            <a:r>
              <a:rPr lang="en" sz="3467" dirty="0">
                <a:solidFill>
                  <a:schemeClr val="bg1"/>
                </a:solidFill>
                <a:latin typeface="Raleway Black"/>
                <a:ea typeface="Raleway Black"/>
                <a:cs typeface="Raleway Black"/>
                <a:sym typeface="Raleway Black"/>
              </a:rPr>
              <a:t>– </a:t>
            </a:r>
            <a:r>
              <a:rPr lang="pt-BR" sz="3467" dirty="0">
                <a:solidFill>
                  <a:schemeClr val="bg1"/>
                </a:solidFill>
                <a:latin typeface="Raleway Black"/>
              </a:rPr>
              <a:t>Gerenciador de Chamados – Resumo</a:t>
            </a:r>
            <a:endParaRPr lang="pt-BR" sz="3467" dirty="0">
              <a:solidFill>
                <a:schemeClr val="bg1"/>
              </a:solidFill>
              <a:latin typeface="Raleway Black"/>
              <a:sym typeface="Raleway Black"/>
            </a:endParaRPr>
          </a:p>
        </p:txBody>
      </p:sp>
      <p:sp>
        <p:nvSpPr>
          <p:cNvPr id="4" name="Google Shape;664;p28">
            <a:extLst>
              <a:ext uri="{FF2B5EF4-FFF2-40B4-BE49-F238E27FC236}">
                <a16:creationId xmlns:a16="http://schemas.microsoft.com/office/drawing/2014/main" id="{AD942D00-76E4-68A9-DC52-6DFCA99F7F21}"/>
              </a:ext>
            </a:extLst>
          </p:cNvPr>
          <p:cNvSpPr/>
          <p:nvPr/>
        </p:nvSpPr>
        <p:spPr>
          <a:xfrm rot="16200000">
            <a:off x="355695" y="299401"/>
            <a:ext cx="330313" cy="363947"/>
          </a:xfrm>
          <a:prstGeom prst="flowChartMerg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7" name="Espaço Reservado para Conteúdo 5">
            <a:extLst>
              <a:ext uri="{FF2B5EF4-FFF2-40B4-BE49-F238E27FC236}">
                <a16:creationId xmlns:a16="http://schemas.microsoft.com/office/drawing/2014/main" id="{AC1FE973-91CA-31FF-A3B8-B2AFCB43D9D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" t="34620" r="65350"/>
          <a:stretch/>
        </p:blipFill>
        <p:spPr>
          <a:xfrm>
            <a:off x="0" y="6467851"/>
            <a:ext cx="12199170" cy="4026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1244577-3236-230B-B8AE-6C3D6EA3B1CA}"/>
              </a:ext>
            </a:extLst>
          </p:cNvPr>
          <p:cNvSpPr/>
          <p:nvPr/>
        </p:nvSpPr>
        <p:spPr>
          <a:xfrm>
            <a:off x="2057399" y="1632579"/>
            <a:ext cx="4993641" cy="1861354"/>
          </a:xfrm>
          <a:prstGeom prst="roundRect">
            <a:avLst>
              <a:gd name="adj" fmla="val 6842"/>
            </a:avLst>
          </a:prstGeom>
          <a:solidFill>
            <a:srgbClr val="794D9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E8F0E91-0B71-C746-9101-792FBF00AB80}"/>
              </a:ext>
            </a:extLst>
          </p:cNvPr>
          <p:cNvSpPr txBox="1"/>
          <p:nvPr/>
        </p:nvSpPr>
        <p:spPr>
          <a:xfrm>
            <a:off x="4732802" y="3854425"/>
            <a:ext cx="6565431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pt-BR" sz="2400" b="1" dirty="0">
                <a:solidFill>
                  <a:schemeClr val="bg1"/>
                </a:solidFill>
                <a:effectLst/>
                <a:latin typeface="Raleway Medium" panose="020F0502020204030204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Solução</a:t>
            </a:r>
            <a:endParaRPr lang="pt-BR" sz="1600" b="1" dirty="0">
              <a:solidFill>
                <a:schemeClr val="bg1"/>
              </a:solidFill>
              <a:effectLst/>
              <a:latin typeface="Raleway Medium" panose="020F0502020204030204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pt-BR" sz="500" dirty="0">
              <a:solidFill>
                <a:schemeClr val="bg1"/>
              </a:solidFill>
              <a:latin typeface="Raleway Medium" panose="020F0502020204030204" pitchFamily="2" charset="0"/>
              <a:cs typeface="Calibri" panose="020F0502020204030204" pitchFamily="34" charset="0"/>
            </a:endParaRP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Centralização de informações</a:t>
            </a: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Gerenciamento de tempo de chamado.</a:t>
            </a: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Gestão de atendimento </a:t>
            </a: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Priorização de chamados por linha de produção</a:t>
            </a: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Geração de relatórios automatizados</a:t>
            </a: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Gerenciamento e acompanhamento de quebras/causa raiz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A51706-E200-45F3-0139-D54212BF7372}"/>
              </a:ext>
            </a:extLst>
          </p:cNvPr>
          <p:cNvSpPr txBox="1"/>
          <p:nvPr/>
        </p:nvSpPr>
        <p:spPr>
          <a:xfrm>
            <a:off x="1750529" y="1201971"/>
            <a:ext cx="6565431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pt-BR" sz="2400" b="1" dirty="0">
                <a:solidFill>
                  <a:schemeClr val="bg1"/>
                </a:solidFill>
                <a:effectLst/>
                <a:latin typeface="Raleway Medium" panose="020F0502020204030204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Problemas</a:t>
            </a:r>
            <a:endParaRPr lang="pt-BR" sz="1600" b="1" dirty="0">
              <a:solidFill>
                <a:schemeClr val="bg1"/>
              </a:solidFill>
              <a:effectLst/>
              <a:latin typeface="Raleway Medium" panose="020F0502020204030204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pt-BR" sz="600" dirty="0">
              <a:solidFill>
                <a:schemeClr val="bg1"/>
              </a:solidFill>
              <a:latin typeface="Raleway Medium" panose="020F0502020204030204" pitchFamily="2" charset="0"/>
              <a:cs typeface="Calibri" panose="020F0502020204030204" pitchFamily="34" charset="0"/>
            </a:endParaRP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Dificuldade de gerenciamento de chamados técnicos</a:t>
            </a: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Dificuldade para calcular tempo de atendimento de chamado</a:t>
            </a: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Dificuldade para computar tempo de aguardo técnico</a:t>
            </a: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Falta de gestão de falhas das linhas</a:t>
            </a: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Dificuldades para gestão de relatórios</a:t>
            </a:r>
          </a:p>
          <a:p>
            <a:pPr marL="628650" lvl="1" indent="-171450" algn="just">
              <a:spcAft>
                <a:spcPts val="6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1200" dirty="0">
                <a:solidFill>
                  <a:schemeClr val="bg1"/>
                </a:solidFill>
                <a:latin typeface="Raleway Medium" panose="020F0502020204030204" pitchFamily="2" charset="0"/>
                <a:cs typeface="Calibri" panose="020F0502020204030204" pitchFamily="34" charset="0"/>
              </a:rPr>
              <a:t>Falta de alinhamento de tempo de paradas.</a:t>
            </a:r>
          </a:p>
        </p:txBody>
      </p:sp>
    </p:spTree>
    <p:extLst>
      <p:ext uri="{BB962C8B-B14F-4D97-AF65-F5344CB8AC3E}">
        <p14:creationId xmlns:p14="http://schemas.microsoft.com/office/powerpoint/2010/main" val="993402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729"/>
        </a:solidFill>
        <a:effectLst/>
      </p:bgPr>
    </p:bg>
    <p:spTree>
      <p:nvGrpSpPr>
        <p:cNvPr id="1" name="Shape 1039">
          <a:extLst>
            <a:ext uri="{FF2B5EF4-FFF2-40B4-BE49-F238E27FC236}">
              <a16:creationId xmlns:a16="http://schemas.microsoft.com/office/drawing/2014/main" id="{06A818EA-6AB3-DEDA-780C-23D0EBA4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Elipse 1036">
            <a:extLst>
              <a:ext uri="{FF2B5EF4-FFF2-40B4-BE49-F238E27FC236}">
                <a16:creationId xmlns:a16="http://schemas.microsoft.com/office/drawing/2014/main" id="{B7849660-B6DD-2AD7-F072-B0F86F985B89}"/>
              </a:ext>
            </a:extLst>
          </p:cNvPr>
          <p:cNvSpPr/>
          <p:nvPr/>
        </p:nvSpPr>
        <p:spPr>
          <a:xfrm>
            <a:off x="4093493" y="1368589"/>
            <a:ext cx="4280570" cy="4280570"/>
          </a:xfrm>
          <a:prstGeom prst="ellipse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664;p28">
            <a:extLst>
              <a:ext uri="{FF2B5EF4-FFF2-40B4-BE49-F238E27FC236}">
                <a16:creationId xmlns:a16="http://schemas.microsoft.com/office/drawing/2014/main" id="{6123B351-D8A7-76A1-A11E-ABA7196A0EDD}"/>
              </a:ext>
            </a:extLst>
          </p:cNvPr>
          <p:cNvSpPr/>
          <p:nvPr/>
        </p:nvSpPr>
        <p:spPr>
          <a:xfrm rot="16200000">
            <a:off x="355695" y="299401"/>
            <a:ext cx="330313" cy="363947"/>
          </a:xfrm>
          <a:prstGeom prst="flowChartMerg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13" name="Google Shape;1040;p42">
            <a:extLst>
              <a:ext uri="{FF2B5EF4-FFF2-40B4-BE49-F238E27FC236}">
                <a16:creationId xmlns:a16="http://schemas.microsoft.com/office/drawing/2014/main" id="{4EDE6A4D-2BF1-C6A8-6B24-BE2240E68493}"/>
              </a:ext>
            </a:extLst>
          </p:cNvPr>
          <p:cNvSpPr txBox="1">
            <a:spLocks/>
          </p:cNvSpPr>
          <p:nvPr/>
        </p:nvSpPr>
        <p:spPr>
          <a:xfrm>
            <a:off x="702824" y="95562"/>
            <a:ext cx="11489175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3467" dirty="0">
                <a:solidFill>
                  <a:schemeClr val="bg1"/>
                </a:solidFill>
                <a:latin typeface="Raleway Black"/>
              </a:rPr>
              <a:t>Gerenciador de Chamados - Solução</a:t>
            </a:r>
            <a:endParaRPr lang="pt-BR" sz="3467" dirty="0">
              <a:solidFill>
                <a:schemeClr val="bg1"/>
              </a:solidFill>
              <a:latin typeface="Raleway Black"/>
              <a:sym typeface="Raleway Black"/>
            </a:endParaRPr>
          </a:p>
        </p:txBody>
      </p:sp>
      <p:pic>
        <p:nvPicPr>
          <p:cNvPr id="1085" name="Imagem 1084" descr="Dashboard element collection">
            <a:extLst>
              <a:ext uri="{FF2B5EF4-FFF2-40B4-BE49-F238E27FC236}">
                <a16:creationId xmlns:a16="http://schemas.microsoft.com/office/drawing/2014/main" id="{70FC6EC1-2296-F5AE-B5FD-79130A082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5" t="552" r="5944" b="8596"/>
          <a:stretch>
            <a:fillRect/>
          </a:stretch>
        </p:blipFill>
        <p:spPr bwMode="auto">
          <a:xfrm>
            <a:off x="5475359" y="2750455"/>
            <a:ext cx="1516838" cy="1516838"/>
          </a:xfrm>
          <a:custGeom>
            <a:avLst/>
            <a:gdLst>
              <a:gd name="connsiteX0" fmla="*/ 758419 w 1516838"/>
              <a:gd name="connsiteY0" fmla="*/ 0 h 1516838"/>
              <a:gd name="connsiteX1" fmla="*/ 1516838 w 1516838"/>
              <a:gd name="connsiteY1" fmla="*/ 758419 h 1516838"/>
              <a:gd name="connsiteX2" fmla="*/ 758419 w 1516838"/>
              <a:gd name="connsiteY2" fmla="*/ 1516838 h 1516838"/>
              <a:gd name="connsiteX3" fmla="*/ 0 w 1516838"/>
              <a:gd name="connsiteY3" fmla="*/ 758419 h 1516838"/>
              <a:gd name="connsiteX4" fmla="*/ 758419 w 1516838"/>
              <a:gd name="connsiteY4" fmla="*/ 0 h 151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6838" h="1516838">
                <a:moveTo>
                  <a:pt x="758419" y="0"/>
                </a:moveTo>
                <a:cubicBezTo>
                  <a:pt x="1177282" y="0"/>
                  <a:pt x="1516838" y="339556"/>
                  <a:pt x="1516838" y="758419"/>
                </a:cubicBezTo>
                <a:cubicBezTo>
                  <a:pt x="1516838" y="1177282"/>
                  <a:pt x="1177282" y="1516838"/>
                  <a:pt x="758419" y="1516838"/>
                </a:cubicBezTo>
                <a:cubicBezTo>
                  <a:pt x="339556" y="1516838"/>
                  <a:pt x="0" y="1177282"/>
                  <a:pt x="0" y="758419"/>
                </a:cubicBezTo>
                <a:cubicBezTo>
                  <a:pt x="0" y="339556"/>
                  <a:pt x="339556" y="0"/>
                  <a:pt x="758419" y="0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  <a:effectLst>
            <a:outerShdw blurRad="50800" dist="38100" dir="5400000" algn="tl" rotWithShape="0">
              <a:schemeClr val="bg1"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/>
            <a:bevelB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6" name="Agrupar 1075">
            <a:extLst>
              <a:ext uri="{FF2B5EF4-FFF2-40B4-BE49-F238E27FC236}">
                <a16:creationId xmlns:a16="http://schemas.microsoft.com/office/drawing/2014/main" id="{D7ECBD91-7023-7E46-5BD6-68760721317D}"/>
              </a:ext>
            </a:extLst>
          </p:cNvPr>
          <p:cNvGrpSpPr/>
          <p:nvPr/>
        </p:nvGrpSpPr>
        <p:grpSpPr>
          <a:xfrm>
            <a:off x="5552104" y="4816615"/>
            <a:ext cx="1363348" cy="1363348"/>
            <a:chOff x="5501066" y="4638686"/>
            <a:chExt cx="1719206" cy="1719206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1C54DF1-EB60-D4F9-82B0-6466B7125EBE}"/>
                </a:ext>
              </a:extLst>
            </p:cNvPr>
            <p:cNvSpPr/>
            <p:nvPr/>
          </p:nvSpPr>
          <p:spPr>
            <a:xfrm>
              <a:off x="5501066" y="4638686"/>
              <a:ext cx="1719206" cy="171920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B0F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6" name="Gráfico 25" descr="Eletricista feminina com preenchimento sólido">
              <a:extLst>
                <a:ext uri="{FF2B5EF4-FFF2-40B4-BE49-F238E27FC236}">
                  <a16:creationId xmlns:a16="http://schemas.microsoft.com/office/drawing/2014/main" id="{AA36E3EB-A386-3E2D-F8CA-42FD22E26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23222" y="4839900"/>
              <a:ext cx="914400" cy="914400"/>
            </a:xfrm>
            <a:prstGeom prst="rect">
              <a:avLst/>
            </a:prstGeom>
          </p:spPr>
        </p:pic>
        <p:pic>
          <p:nvPicPr>
            <p:cNvPr id="36" name="Gráfico 35" descr="Ferramentas com preenchimento sólido">
              <a:extLst>
                <a:ext uri="{FF2B5EF4-FFF2-40B4-BE49-F238E27FC236}">
                  <a16:creationId xmlns:a16="http://schemas.microsoft.com/office/drawing/2014/main" id="{269A9D4D-48CF-AF90-4F54-16FD5E451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57551" y="5644999"/>
              <a:ext cx="445742" cy="445742"/>
            </a:xfrm>
            <a:prstGeom prst="rect">
              <a:avLst/>
            </a:prstGeom>
          </p:spPr>
        </p:pic>
        <p:pic>
          <p:nvPicPr>
            <p:cNvPr id="42" name="Gráfico 41" descr="Trabalhador de construção com preenchimento sólido">
              <a:extLst>
                <a:ext uri="{FF2B5EF4-FFF2-40B4-BE49-F238E27FC236}">
                  <a16:creationId xmlns:a16="http://schemas.microsoft.com/office/drawing/2014/main" id="{6596B281-6E81-7E7F-04F9-C184BC838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66663" y="5141521"/>
              <a:ext cx="914400" cy="914400"/>
            </a:xfrm>
            <a:prstGeom prst="rect">
              <a:avLst/>
            </a:prstGeom>
          </p:spPr>
        </p:pic>
      </p:grpSp>
      <p:grpSp>
        <p:nvGrpSpPr>
          <p:cNvPr id="1078" name="Agrupar 1077">
            <a:extLst>
              <a:ext uri="{FF2B5EF4-FFF2-40B4-BE49-F238E27FC236}">
                <a16:creationId xmlns:a16="http://schemas.microsoft.com/office/drawing/2014/main" id="{6347BF61-BE24-D860-2103-BBFED6D2B5DA}"/>
              </a:ext>
            </a:extLst>
          </p:cNvPr>
          <p:cNvGrpSpPr/>
          <p:nvPr/>
        </p:nvGrpSpPr>
        <p:grpSpPr>
          <a:xfrm>
            <a:off x="3481390" y="2827200"/>
            <a:ext cx="1363348" cy="1363348"/>
            <a:chOff x="3303461" y="2919480"/>
            <a:chExt cx="1719206" cy="1719206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35AA15EC-7529-B4E7-E831-6C96CBA35549}"/>
                </a:ext>
              </a:extLst>
            </p:cNvPr>
            <p:cNvSpPr/>
            <p:nvPr/>
          </p:nvSpPr>
          <p:spPr>
            <a:xfrm>
              <a:off x="3303461" y="2919480"/>
              <a:ext cx="1719206" cy="171920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B0F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6" name="Gráfico 45" descr="Usuários estrutura de tópicos">
              <a:extLst>
                <a:ext uri="{FF2B5EF4-FFF2-40B4-BE49-F238E27FC236}">
                  <a16:creationId xmlns:a16="http://schemas.microsoft.com/office/drawing/2014/main" id="{F2595EAB-F0A4-52FE-3204-AF92D6DD7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429742" y="3045761"/>
              <a:ext cx="1466644" cy="1466644"/>
            </a:xfrm>
            <a:prstGeom prst="rect">
              <a:avLst/>
            </a:prstGeom>
          </p:spPr>
        </p:pic>
      </p:grpSp>
      <p:grpSp>
        <p:nvGrpSpPr>
          <p:cNvPr id="1077" name="Agrupar 1076">
            <a:extLst>
              <a:ext uri="{FF2B5EF4-FFF2-40B4-BE49-F238E27FC236}">
                <a16:creationId xmlns:a16="http://schemas.microsoft.com/office/drawing/2014/main" id="{BB2BF0B1-4730-A3F2-9741-45B23F10399E}"/>
              </a:ext>
            </a:extLst>
          </p:cNvPr>
          <p:cNvGrpSpPr/>
          <p:nvPr/>
        </p:nvGrpSpPr>
        <p:grpSpPr>
          <a:xfrm>
            <a:off x="5552104" y="939487"/>
            <a:ext cx="1363348" cy="1363348"/>
            <a:chOff x="5291587" y="761558"/>
            <a:chExt cx="1719206" cy="1719206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F4208C92-B3B8-4404-7291-CE4873AAAF34}"/>
                </a:ext>
              </a:extLst>
            </p:cNvPr>
            <p:cNvSpPr/>
            <p:nvPr/>
          </p:nvSpPr>
          <p:spPr>
            <a:xfrm>
              <a:off x="5291587" y="761558"/>
              <a:ext cx="1719206" cy="171920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B0F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1" name="Gráfico 60" descr="Usuários com preenchimento sólido">
              <a:extLst>
                <a:ext uri="{FF2B5EF4-FFF2-40B4-BE49-F238E27FC236}">
                  <a16:creationId xmlns:a16="http://schemas.microsoft.com/office/drawing/2014/main" id="{3576A52F-D901-FE6E-CB2A-0905B3C1F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417868" y="887839"/>
              <a:ext cx="1466644" cy="1466644"/>
            </a:xfrm>
            <a:prstGeom prst="rect">
              <a:avLst/>
            </a:prstGeom>
          </p:spPr>
        </p:pic>
      </p:grpSp>
      <p:sp>
        <p:nvSpPr>
          <p:cNvPr id="1047" name="CaixaDeTexto 1046">
            <a:extLst>
              <a:ext uri="{FF2B5EF4-FFF2-40B4-BE49-F238E27FC236}">
                <a16:creationId xmlns:a16="http://schemas.microsoft.com/office/drawing/2014/main" id="{13D38A4F-7B17-DEAF-EE62-F0271741A193}"/>
              </a:ext>
            </a:extLst>
          </p:cNvPr>
          <p:cNvSpPr txBox="1"/>
          <p:nvPr/>
        </p:nvSpPr>
        <p:spPr>
          <a:xfrm>
            <a:off x="8049137" y="1186748"/>
            <a:ext cx="408624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Time Operacional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Chamados de Manutenção rastreados.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Acompanhamento de aguardo técnico.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Facilidade de abertura de relatórios de quebra.</a:t>
            </a:r>
          </a:p>
          <a:p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48" name="CaixaDeTexto 1047">
            <a:extLst>
              <a:ext uri="{FF2B5EF4-FFF2-40B4-BE49-F238E27FC236}">
                <a16:creationId xmlns:a16="http://schemas.microsoft.com/office/drawing/2014/main" id="{C005CE05-C044-D81A-81BD-EBBEC8D37DC7}"/>
              </a:ext>
            </a:extLst>
          </p:cNvPr>
          <p:cNvSpPr txBox="1"/>
          <p:nvPr/>
        </p:nvSpPr>
        <p:spPr>
          <a:xfrm>
            <a:off x="8049137" y="4721669"/>
            <a:ext cx="466408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Time Técnico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Priorização de chamado e aguardos técnicos.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Otimização de atendimento.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Facilidade de troca de turno.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Histórico de atendimentos.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Troubleshooting.</a:t>
            </a:r>
          </a:p>
          <a:p>
            <a:endParaRPr lang="pt-BR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49" name="CaixaDeTexto 1048">
            <a:extLst>
              <a:ext uri="{FF2B5EF4-FFF2-40B4-BE49-F238E27FC236}">
                <a16:creationId xmlns:a16="http://schemas.microsoft.com/office/drawing/2014/main" id="{637FC214-0C31-A40B-647A-23DBA97C27BF}"/>
              </a:ext>
            </a:extLst>
          </p:cNvPr>
          <p:cNvSpPr txBox="1"/>
          <p:nvPr/>
        </p:nvSpPr>
        <p:spPr>
          <a:xfrm>
            <a:off x="246131" y="4911342"/>
            <a:ext cx="498995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Analista de Manutenção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Priorização de preventivas  e predição de reparos.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Gestão de Relatórios de quebra.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Priorização de melhorias com base em chamados/quebra.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Avaliação de atuação técnica.</a:t>
            </a:r>
          </a:p>
          <a:p>
            <a:endParaRPr lang="pt-BR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50" name="CaixaDeTexto 1049">
            <a:extLst>
              <a:ext uri="{FF2B5EF4-FFF2-40B4-BE49-F238E27FC236}">
                <a16:creationId xmlns:a16="http://schemas.microsoft.com/office/drawing/2014/main" id="{B8F6997C-C85A-BC7B-BB7C-388CC47C3515}"/>
              </a:ext>
            </a:extLst>
          </p:cNvPr>
          <p:cNvSpPr txBox="1"/>
          <p:nvPr/>
        </p:nvSpPr>
        <p:spPr>
          <a:xfrm>
            <a:off x="275937" y="1411496"/>
            <a:ext cx="484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Gestão Operacional/Manutenção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Gestão de time e otimização de Recurso na planta.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Avaliação de disponibilidade de equipamento.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Gestão de recursos.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Avaliação de time.</a:t>
            </a:r>
          </a:p>
          <a:p>
            <a:endParaRPr lang="pt-BR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053" name="Conector: Angulado 1052">
            <a:extLst>
              <a:ext uri="{FF2B5EF4-FFF2-40B4-BE49-F238E27FC236}">
                <a16:creationId xmlns:a16="http://schemas.microsoft.com/office/drawing/2014/main" id="{C00CF080-9FC4-AF5B-5838-0D32D15F4D80}"/>
              </a:ext>
            </a:extLst>
          </p:cNvPr>
          <p:cNvCxnSpPr>
            <a:cxnSpLocks/>
            <a:stCxn id="1050" idx="0"/>
            <a:endCxn id="16" idx="0"/>
          </p:cNvCxnSpPr>
          <p:nvPr/>
        </p:nvCxnSpPr>
        <p:spPr>
          <a:xfrm rot="5400000" flipH="1" flipV="1">
            <a:off x="4228996" y="-593285"/>
            <a:ext cx="472009" cy="3537555"/>
          </a:xfrm>
          <a:prstGeom prst="bentConnector3">
            <a:avLst>
              <a:gd name="adj1" fmla="val 131211"/>
            </a:avLst>
          </a:prstGeom>
          <a:ln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ector: Angulado 1054">
            <a:extLst>
              <a:ext uri="{FF2B5EF4-FFF2-40B4-BE49-F238E27FC236}">
                <a16:creationId xmlns:a16="http://schemas.microsoft.com/office/drawing/2014/main" id="{50CA2E5D-C334-DB02-D7FD-CCF897428734}"/>
              </a:ext>
            </a:extLst>
          </p:cNvPr>
          <p:cNvCxnSpPr>
            <a:cxnSpLocks/>
            <a:stCxn id="1049" idx="0"/>
            <a:endCxn id="14" idx="2"/>
          </p:cNvCxnSpPr>
          <p:nvPr/>
        </p:nvCxnSpPr>
        <p:spPr>
          <a:xfrm rot="5400000" flipH="1" flipV="1">
            <a:off x="2410015" y="3839968"/>
            <a:ext cx="1402468" cy="740281"/>
          </a:xfrm>
          <a:prstGeom prst="bentConnector2">
            <a:avLst/>
          </a:prstGeom>
          <a:ln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ector: Angulado 1057">
            <a:extLst>
              <a:ext uri="{FF2B5EF4-FFF2-40B4-BE49-F238E27FC236}">
                <a16:creationId xmlns:a16="http://schemas.microsoft.com/office/drawing/2014/main" id="{3BBB20ED-4D00-60CC-B5AC-D42E8799000F}"/>
              </a:ext>
            </a:extLst>
          </p:cNvPr>
          <p:cNvCxnSpPr>
            <a:cxnSpLocks/>
            <a:stCxn id="11" idx="5"/>
            <a:endCxn id="1048" idx="1"/>
          </p:cNvCxnSpPr>
          <p:nvPr/>
        </p:nvCxnSpPr>
        <p:spPr>
          <a:xfrm rot="5400000" flipH="1" flipV="1">
            <a:off x="7168645" y="5099814"/>
            <a:ext cx="427639" cy="1333343"/>
          </a:xfrm>
          <a:prstGeom prst="bentConnector4">
            <a:avLst>
              <a:gd name="adj1" fmla="val -53456"/>
              <a:gd name="adj2" fmla="val 57487"/>
            </a:avLst>
          </a:prstGeom>
          <a:ln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ector: Angulado 1061">
            <a:extLst>
              <a:ext uri="{FF2B5EF4-FFF2-40B4-BE49-F238E27FC236}">
                <a16:creationId xmlns:a16="http://schemas.microsoft.com/office/drawing/2014/main" id="{87D51AF1-A5F2-0068-CAF5-E83D23580607}"/>
              </a:ext>
            </a:extLst>
          </p:cNvPr>
          <p:cNvCxnSpPr>
            <a:cxnSpLocks/>
            <a:stCxn id="10" idx="6"/>
            <a:endCxn id="1047" idx="2"/>
          </p:cNvCxnSpPr>
          <p:nvPr/>
        </p:nvCxnSpPr>
        <p:spPr>
          <a:xfrm flipV="1">
            <a:off x="8986864" y="2479410"/>
            <a:ext cx="1105397" cy="1029464"/>
          </a:xfrm>
          <a:prstGeom prst="bentConnector2">
            <a:avLst/>
          </a:prstGeom>
          <a:ln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2" name="Agrupar 1071">
            <a:extLst>
              <a:ext uri="{FF2B5EF4-FFF2-40B4-BE49-F238E27FC236}">
                <a16:creationId xmlns:a16="http://schemas.microsoft.com/office/drawing/2014/main" id="{3D65DB48-345B-1D9A-66F1-9A199786B93C}"/>
              </a:ext>
            </a:extLst>
          </p:cNvPr>
          <p:cNvGrpSpPr/>
          <p:nvPr/>
        </p:nvGrpSpPr>
        <p:grpSpPr>
          <a:xfrm>
            <a:off x="7623516" y="2827200"/>
            <a:ext cx="1363348" cy="1363348"/>
            <a:chOff x="7445587" y="2723431"/>
            <a:chExt cx="1719206" cy="1719206"/>
          </a:xfrm>
        </p:grpSpPr>
        <p:grpSp>
          <p:nvGrpSpPr>
            <p:cNvPr id="1071" name="Agrupar 1070">
              <a:extLst>
                <a:ext uri="{FF2B5EF4-FFF2-40B4-BE49-F238E27FC236}">
                  <a16:creationId xmlns:a16="http://schemas.microsoft.com/office/drawing/2014/main" id="{5DD4ECFB-2793-EA28-308F-C2A1EE8D00DF}"/>
                </a:ext>
              </a:extLst>
            </p:cNvPr>
            <p:cNvGrpSpPr/>
            <p:nvPr/>
          </p:nvGrpSpPr>
          <p:grpSpPr>
            <a:xfrm>
              <a:off x="7445587" y="2723431"/>
              <a:ext cx="1719206" cy="1719206"/>
              <a:chOff x="7445587" y="2723431"/>
              <a:chExt cx="1719206" cy="1719206"/>
            </a:xfrm>
          </p:grpSpPr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8189B8A6-0108-DBC0-50DB-5404A9493059}"/>
                  </a:ext>
                </a:extLst>
              </p:cNvPr>
              <p:cNvSpPr/>
              <p:nvPr/>
            </p:nvSpPr>
            <p:spPr>
              <a:xfrm>
                <a:off x="7445587" y="2723431"/>
                <a:ext cx="1719206" cy="1719206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rgbClr val="00B0F0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39" name="Gráfico 38" descr="Mão de robô com preenchimento sólido">
                <a:extLst>
                  <a:ext uri="{FF2B5EF4-FFF2-40B4-BE49-F238E27FC236}">
                    <a16:creationId xmlns:a16="http://schemas.microsoft.com/office/drawing/2014/main" id="{B21C9DE3-F896-3E61-8E15-DB10CD3EE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203395" y="331955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033" name="Forma Livre: Forma 1032">
                <a:extLst>
                  <a:ext uri="{FF2B5EF4-FFF2-40B4-BE49-F238E27FC236}">
                    <a16:creationId xmlns:a16="http://schemas.microsoft.com/office/drawing/2014/main" id="{30C18BAF-53D4-5DDD-527B-490E343659EA}"/>
                  </a:ext>
                </a:extLst>
              </p:cNvPr>
              <p:cNvSpPr/>
              <p:nvPr/>
            </p:nvSpPr>
            <p:spPr>
              <a:xfrm rot="2536092">
                <a:off x="8212354" y="3055746"/>
                <a:ext cx="497055" cy="476876"/>
              </a:xfrm>
              <a:custGeom>
                <a:avLst/>
                <a:gdLst>
                  <a:gd name="connsiteX0" fmla="*/ 495300 w 496252"/>
                  <a:gd name="connsiteY0" fmla="*/ 400050 h 476250"/>
                  <a:gd name="connsiteX1" fmla="*/ 495300 w 496252"/>
                  <a:gd name="connsiteY1" fmla="*/ 400050 h 476250"/>
                  <a:gd name="connsiteX2" fmla="*/ 495300 w 496252"/>
                  <a:gd name="connsiteY2" fmla="*/ 400050 h 476250"/>
                  <a:gd name="connsiteX3" fmla="*/ 494348 w 496252"/>
                  <a:gd name="connsiteY3" fmla="*/ 387668 h 476250"/>
                  <a:gd name="connsiteX4" fmla="*/ 494348 w 496252"/>
                  <a:gd name="connsiteY4" fmla="*/ 386715 h 476250"/>
                  <a:gd name="connsiteX5" fmla="*/ 493395 w 496252"/>
                  <a:gd name="connsiteY5" fmla="*/ 377190 h 476250"/>
                  <a:gd name="connsiteX6" fmla="*/ 371475 w 496252"/>
                  <a:gd name="connsiteY6" fmla="*/ 276225 h 476250"/>
                  <a:gd name="connsiteX7" fmla="*/ 342900 w 496252"/>
                  <a:gd name="connsiteY7" fmla="*/ 247650 h 476250"/>
                  <a:gd name="connsiteX8" fmla="*/ 342900 w 496252"/>
                  <a:gd name="connsiteY8" fmla="*/ 247650 h 476250"/>
                  <a:gd name="connsiteX9" fmla="*/ 342900 w 496252"/>
                  <a:gd name="connsiteY9" fmla="*/ 247650 h 476250"/>
                  <a:gd name="connsiteX10" fmla="*/ 342900 w 496252"/>
                  <a:gd name="connsiteY10" fmla="*/ 247650 h 476250"/>
                  <a:gd name="connsiteX11" fmla="*/ 342900 w 496252"/>
                  <a:gd name="connsiteY11" fmla="*/ 238125 h 476250"/>
                  <a:gd name="connsiteX12" fmla="*/ 247650 w 496252"/>
                  <a:gd name="connsiteY12" fmla="*/ 142875 h 476250"/>
                  <a:gd name="connsiteX13" fmla="*/ 219075 w 496252"/>
                  <a:gd name="connsiteY13" fmla="*/ 114300 h 476250"/>
                  <a:gd name="connsiteX14" fmla="*/ 109538 w 496252"/>
                  <a:gd name="connsiteY14" fmla="*/ 0 h 476250"/>
                  <a:gd name="connsiteX15" fmla="*/ 0 w 496252"/>
                  <a:gd name="connsiteY15" fmla="*/ 114300 h 476250"/>
                  <a:gd name="connsiteX16" fmla="*/ 60960 w 496252"/>
                  <a:gd name="connsiteY16" fmla="*/ 216218 h 476250"/>
                  <a:gd name="connsiteX17" fmla="*/ 58102 w 496252"/>
                  <a:gd name="connsiteY17" fmla="*/ 239077 h 476250"/>
                  <a:gd name="connsiteX18" fmla="*/ 148590 w 496252"/>
                  <a:gd name="connsiteY18" fmla="*/ 333375 h 476250"/>
                  <a:gd name="connsiteX19" fmla="*/ 204788 w 496252"/>
                  <a:gd name="connsiteY19" fmla="*/ 313373 h 476250"/>
                  <a:gd name="connsiteX20" fmla="*/ 286703 w 496252"/>
                  <a:gd name="connsiteY20" fmla="*/ 352425 h 476250"/>
                  <a:gd name="connsiteX21" fmla="*/ 391478 w 496252"/>
                  <a:gd name="connsiteY21" fmla="*/ 352425 h 476250"/>
                  <a:gd name="connsiteX22" fmla="*/ 439103 w 496252"/>
                  <a:gd name="connsiteY22" fmla="*/ 400050 h 476250"/>
                  <a:gd name="connsiteX23" fmla="*/ 439103 w 496252"/>
                  <a:gd name="connsiteY23" fmla="*/ 476250 h 476250"/>
                  <a:gd name="connsiteX24" fmla="*/ 496253 w 496252"/>
                  <a:gd name="connsiteY24" fmla="*/ 476250 h 476250"/>
                  <a:gd name="connsiteX25" fmla="*/ 495300 w 496252"/>
                  <a:gd name="connsiteY25" fmla="*/ 400050 h 476250"/>
                  <a:gd name="connsiteX0" fmla="*/ 495300 w 496253"/>
                  <a:gd name="connsiteY0" fmla="*/ 400050 h 476250"/>
                  <a:gd name="connsiteX1" fmla="*/ 495300 w 496253"/>
                  <a:gd name="connsiteY1" fmla="*/ 400050 h 476250"/>
                  <a:gd name="connsiteX2" fmla="*/ 495300 w 496253"/>
                  <a:gd name="connsiteY2" fmla="*/ 400050 h 476250"/>
                  <a:gd name="connsiteX3" fmla="*/ 494348 w 496253"/>
                  <a:gd name="connsiteY3" fmla="*/ 387668 h 476250"/>
                  <a:gd name="connsiteX4" fmla="*/ 494348 w 496253"/>
                  <a:gd name="connsiteY4" fmla="*/ 386715 h 476250"/>
                  <a:gd name="connsiteX5" fmla="*/ 493395 w 496253"/>
                  <a:gd name="connsiteY5" fmla="*/ 377190 h 476250"/>
                  <a:gd name="connsiteX6" fmla="*/ 371475 w 496253"/>
                  <a:gd name="connsiteY6" fmla="*/ 276225 h 476250"/>
                  <a:gd name="connsiteX7" fmla="*/ 342900 w 496253"/>
                  <a:gd name="connsiteY7" fmla="*/ 247650 h 476250"/>
                  <a:gd name="connsiteX8" fmla="*/ 342900 w 496253"/>
                  <a:gd name="connsiteY8" fmla="*/ 247650 h 476250"/>
                  <a:gd name="connsiteX9" fmla="*/ 342900 w 496253"/>
                  <a:gd name="connsiteY9" fmla="*/ 247650 h 476250"/>
                  <a:gd name="connsiteX10" fmla="*/ 342900 w 496253"/>
                  <a:gd name="connsiteY10" fmla="*/ 247650 h 476250"/>
                  <a:gd name="connsiteX11" fmla="*/ 342900 w 496253"/>
                  <a:gd name="connsiteY11" fmla="*/ 238125 h 476250"/>
                  <a:gd name="connsiteX12" fmla="*/ 247650 w 496253"/>
                  <a:gd name="connsiteY12" fmla="*/ 142875 h 476250"/>
                  <a:gd name="connsiteX13" fmla="*/ 219075 w 496253"/>
                  <a:gd name="connsiteY13" fmla="*/ 114300 h 476250"/>
                  <a:gd name="connsiteX14" fmla="*/ 109538 w 496253"/>
                  <a:gd name="connsiteY14" fmla="*/ 0 h 476250"/>
                  <a:gd name="connsiteX15" fmla="*/ 0 w 496253"/>
                  <a:gd name="connsiteY15" fmla="*/ 114300 h 476250"/>
                  <a:gd name="connsiteX16" fmla="*/ 60960 w 496253"/>
                  <a:gd name="connsiteY16" fmla="*/ 216218 h 476250"/>
                  <a:gd name="connsiteX17" fmla="*/ 58102 w 496253"/>
                  <a:gd name="connsiteY17" fmla="*/ 239077 h 476250"/>
                  <a:gd name="connsiteX18" fmla="*/ 148590 w 496253"/>
                  <a:gd name="connsiteY18" fmla="*/ 333375 h 476250"/>
                  <a:gd name="connsiteX19" fmla="*/ 204788 w 496253"/>
                  <a:gd name="connsiteY19" fmla="*/ 313373 h 476250"/>
                  <a:gd name="connsiteX20" fmla="*/ 286703 w 496253"/>
                  <a:gd name="connsiteY20" fmla="*/ 352425 h 476250"/>
                  <a:gd name="connsiteX21" fmla="*/ 394893 w 496253"/>
                  <a:gd name="connsiteY21" fmla="*/ 375064 h 476250"/>
                  <a:gd name="connsiteX22" fmla="*/ 439103 w 496253"/>
                  <a:gd name="connsiteY22" fmla="*/ 400050 h 476250"/>
                  <a:gd name="connsiteX23" fmla="*/ 439103 w 496253"/>
                  <a:gd name="connsiteY23" fmla="*/ 476250 h 476250"/>
                  <a:gd name="connsiteX24" fmla="*/ 496253 w 496253"/>
                  <a:gd name="connsiteY24" fmla="*/ 476250 h 476250"/>
                  <a:gd name="connsiteX25" fmla="*/ 495300 w 496253"/>
                  <a:gd name="connsiteY25" fmla="*/ 400050 h 476250"/>
                  <a:gd name="connsiteX0" fmla="*/ 495300 w 496253"/>
                  <a:gd name="connsiteY0" fmla="*/ 400050 h 476250"/>
                  <a:gd name="connsiteX1" fmla="*/ 495300 w 496253"/>
                  <a:gd name="connsiteY1" fmla="*/ 400050 h 476250"/>
                  <a:gd name="connsiteX2" fmla="*/ 495300 w 496253"/>
                  <a:gd name="connsiteY2" fmla="*/ 400050 h 476250"/>
                  <a:gd name="connsiteX3" fmla="*/ 494348 w 496253"/>
                  <a:gd name="connsiteY3" fmla="*/ 387668 h 476250"/>
                  <a:gd name="connsiteX4" fmla="*/ 494348 w 496253"/>
                  <a:gd name="connsiteY4" fmla="*/ 386715 h 476250"/>
                  <a:gd name="connsiteX5" fmla="*/ 493395 w 496253"/>
                  <a:gd name="connsiteY5" fmla="*/ 377190 h 476250"/>
                  <a:gd name="connsiteX6" fmla="*/ 371475 w 496253"/>
                  <a:gd name="connsiteY6" fmla="*/ 276225 h 476250"/>
                  <a:gd name="connsiteX7" fmla="*/ 342900 w 496253"/>
                  <a:gd name="connsiteY7" fmla="*/ 247650 h 476250"/>
                  <a:gd name="connsiteX8" fmla="*/ 342900 w 496253"/>
                  <a:gd name="connsiteY8" fmla="*/ 247650 h 476250"/>
                  <a:gd name="connsiteX9" fmla="*/ 342900 w 496253"/>
                  <a:gd name="connsiteY9" fmla="*/ 247650 h 476250"/>
                  <a:gd name="connsiteX10" fmla="*/ 342900 w 496253"/>
                  <a:gd name="connsiteY10" fmla="*/ 247650 h 476250"/>
                  <a:gd name="connsiteX11" fmla="*/ 342900 w 496253"/>
                  <a:gd name="connsiteY11" fmla="*/ 238125 h 476250"/>
                  <a:gd name="connsiteX12" fmla="*/ 247650 w 496253"/>
                  <a:gd name="connsiteY12" fmla="*/ 142875 h 476250"/>
                  <a:gd name="connsiteX13" fmla="*/ 219075 w 496253"/>
                  <a:gd name="connsiteY13" fmla="*/ 114300 h 476250"/>
                  <a:gd name="connsiteX14" fmla="*/ 109538 w 496253"/>
                  <a:gd name="connsiteY14" fmla="*/ 0 h 476250"/>
                  <a:gd name="connsiteX15" fmla="*/ 0 w 496253"/>
                  <a:gd name="connsiteY15" fmla="*/ 114300 h 476250"/>
                  <a:gd name="connsiteX16" fmla="*/ 60960 w 496253"/>
                  <a:gd name="connsiteY16" fmla="*/ 216218 h 476250"/>
                  <a:gd name="connsiteX17" fmla="*/ 58102 w 496253"/>
                  <a:gd name="connsiteY17" fmla="*/ 239077 h 476250"/>
                  <a:gd name="connsiteX18" fmla="*/ 148590 w 496253"/>
                  <a:gd name="connsiteY18" fmla="*/ 333375 h 476250"/>
                  <a:gd name="connsiteX19" fmla="*/ 204788 w 496253"/>
                  <a:gd name="connsiteY19" fmla="*/ 313373 h 476250"/>
                  <a:gd name="connsiteX20" fmla="*/ 286703 w 496253"/>
                  <a:gd name="connsiteY20" fmla="*/ 352425 h 476250"/>
                  <a:gd name="connsiteX21" fmla="*/ 394893 w 496253"/>
                  <a:gd name="connsiteY21" fmla="*/ 375064 h 476250"/>
                  <a:gd name="connsiteX22" fmla="*/ 439103 w 496253"/>
                  <a:gd name="connsiteY22" fmla="*/ 400050 h 476250"/>
                  <a:gd name="connsiteX23" fmla="*/ 457478 w 496253"/>
                  <a:gd name="connsiteY23" fmla="*/ 397336 h 476250"/>
                  <a:gd name="connsiteX24" fmla="*/ 496253 w 496253"/>
                  <a:gd name="connsiteY24" fmla="*/ 476250 h 476250"/>
                  <a:gd name="connsiteX25" fmla="*/ 495300 w 496253"/>
                  <a:gd name="connsiteY25" fmla="*/ 400050 h 476250"/>
                  <a:gd name="connsiteX0" fmla="*/ 495300 w 497279"/>
                  <a:gd name="connsiteY0" fmla="*/ 400050 h 476933"/>
                  <a:gd name="connsiteX1" fmla="*/ 495300 w 497279"/>
                  <a:gd name="connsiteY1" fmla="*/ 400050 h 476933"/>
                  <a:gd name="connsiteX2" fmla="*/ 495300 w 497279"/>
                  <a:gd name="connsiteY2" fmla="*/ 400050 h 476933"/>
                  <a:gd name="connsiteX3" fmla="*/ 494348 w 497279"/>
                  <a:gd name="connsiteY3" fmla="*/ 387668 h 476933"/>
                  <a:gd name="connsiteX4" fmla="*/ 494348 w 497279"/>
                  <a:gd name="connsiteY4" fmla="*/ 386715 h 476933"/>
                  <a:gd name="connsiteX5" fmla="*/ 493395 w 497279"/>
                  <a:gd name="connsiteY5" fmla="*/ 377190 h 476933"/>
                  <a:gd name="connsiteX6" fmla="*/ 371475 w 497279"/>
                  <a:gd name="connsiteY6" fmla="*/ 276225 h 476933"/>
                  <a:gd name="connsiteX7" fmla="*/ 342900 w 497279"/>
                  <a:gd name="connsiteY7" fmla="*/ 247650 h 476933"/>
                  <a:gd name="connsiteX8" fmla="*/ 342900 w 497279"/>
                  <a:gd name="connsiteY8" fmla="*/ 247650 h 476933"/>
                  <a:gd name="connsiteX9" fmla="*/ 342900 w 497279"/>
                  <a:gd name="connsiteY9" fmla="*/ 247650 h 476933"/>
                  <a:gd name="connsiteX10" fmla="*/ 342900 w 497279"/>
                  <a:gd name="connsiteY10" fmla="*/ 247650 h 476933"/>
                  <a:gd name="connsiteX11" fmla="*/ 342900 w 497279"/>
                  <a:gd name="connsiteY11" fmla="*/ 238125 h 476933"/>
                  <a:gd name="connsiteX12" fmla="*/ 247650 w 497279"/>
                  <a:gd name="connsiteY12" fmla="*/ 142875 h 476933"/>
                  <a:gd name="connsiteX13" fmla="*/ 219075 w 497279"/>
                  <a:gd name="connsiteY13" fmla="*/ 114300 h 476933"/>
                  <a:gd name="connsiteX14" fmla="*/ 109538 w 497279"/>
                  <a:gd name="connsiteY14" fmla="*/ 0 h 476933"/>
                  <a:gd name="connsiteX15" fmla="*/ 0 w 497279"/>
                  <a:gd name="connsiteY15" fmla="*/ 114300 h 476933"/>
                  <a:gd name="connsiteX16" fmla="*/ 60960 w 497279"/>
                  <a:gd name="connsiteY16" fmla="*/ 216218 h 476933"/>
                  <a:gd name="connsiteX17" fmla="*/ 58102 w 497279"/>
                  <a:gd name="connsiteY17" fmla="*/ 239077 h 476933"/>
                  <a:gd name="connsiteX18" fmla="*/ 148590 w 497279"/>
                  <a:gd name="connsiteY18" fmla="*/ 333375 h 476933"/>
                  <a:gd name="connsiteX19" fmla="*/ 204788 w 497279"/>
                  <a:gd name="connsiteY19" fmla="*/ 313373 h 476933"/>
                  <a:gd name="connsiteX20" fmla="*/ 286703 w 497279"/>
                  <a:gd name="connsiteY20" fmla="*/ 352425 h 476933"/>
                  <a:gd name="connsiteX21" fmla="*/ 394893 w 497279"/>
                  <a:gd name="connsiteY21" fmla="*/ 375064 h 476933"/>
                  <a:gd name="connsiteX22" fmla="*/ 439103 w 497279"/>
                  <a:gd name="connsiteY22" fmla="*/ 400050 h 476933"/>
                  <a:gd name="connsiteX23" fmla="*/ 457478 w 497279"/>
                  <a:gd name="connsiteY23" fmla="*/ 397336 h 476933"/>
                  <a:gd name="connsiteX24" fmla="*/ 496253 w 497279"/>
                  <a:gd name="connsiteY24" fmla="*/ 476250 h 476933"/>
                  <a:gd name="connsiteX25" fmla="*/ 475911 w 497279"/>
                  <a:gd name="connsiteY25" fmla="*/ 372601 h 476933"/>
                  <a:gd name="connsiteX26" fmla="*/ 495300 w 497279"/>
                  <a:gd name="connsiteY26" fmla="*/ 400050 h 476933"/>
                  <a:gd name="connsiteX0" fmla="*/ 495300 w 497740"/>
                  <a:gd name="connsiteY0" fmla="*/ 400050 h 476933"/>
                  <a:gd name="connsiteX1" fmla="*/ 495300 w 497740"/>
                  <a:gd name="connsiteY1" fmla="*/ 400050 h 476933"/>
                  <a:gd name="connsiteX2" fmla="*/ 495300 w 497740"/>
                  <a:gd name="connsiteY2" fmla="*/ 400050 h 476933"/>
                  <a:gd name="connsiteX3" fmla="*/ 494348 w 497740"/>
                  <a:gd name="connsiteY3" fmla="*/ 387668 h 476933"/>
                  <a:gd name="connsiteX4" fmla="*/ 494348 w 497740"/>
                  <a:gd name="connsiteY4" fmla="*/ 386715 h 476933"/>
                  <a:gd name="connsiteX5" fmla="*/ 448549 w 497740"/>
                  <a:gd name="connsiteY5" fmla="*/ 327851 h 476933"/>
                  <a:gd name="connsiteX6" fmla="*/ 371475 w 497740"/>
                  <a:gd name="connsiteY6" fmla="*/ 276225 h 476933"/>
                  <a:gd name="connsiteX7" fmla="*/ 342900 w 497740"/>
                  <a:gd name="connsiteY7" fmla="*/ 247650 h 476933"/>
                  <a:gd name="connsiteX8" fmla="*/ 342900 w 497740"/>
                  <a:gd name="connsiteY8" fmla="*/ 247650 h 476933"/>
                  <a:gd name="connsiteX9" fmla="*/ 342900 w 497740"/>
                  <a:gd name="connsiteY9" fmla="*/ 247650 h 476933"/>
                  <a:gd name="connsiteX10" fmla="*/ 342900 w 497740"/>
                  <a:gd name="connsiteY10" fmla="*/ 247650 h 476933"/>
                  <a:gd name="connsiteX11" fmla="*/ 342900 w 497740"/>
                  <a:gd name="connsiteY11" fmla="*/ 238125 h 476933"/>
                  <a:gd name="connsiteX12" fmla="*/ 247650 w 497740"/>
                  <a:gd name="connsiteY12" fmla="*/ 142875 h 476933"/>
                  <a:gd name="connsiteX13" fmla="*/ 219075 w 497740"/>
                  <a:gd name="connsiteY13" fmla="*/ 114300 h 476933"/>
                  <a:gd name="connsiteX14" fmla="*/ 109538 w 497740"/>
                  <a:gd name="connsiteY14" fmla="*/ 0 h 476933"/>
                  <a:gd name="connsiteX15" fmla="*/ 0 w 497740"/>
                  <a:gd name="connsiteY15" fmla="*/ 114300 h 476933"/>
                  <a:gd name="connsiteX16" fmla="*/ 60960 w 497740"/>
                  <a:gd name="connsiteY16" fmla="*/ 216218 h 476933"/>
                  <a:gd name="connsiteX17" fmla="*/ 58102 w 497740"/>
                  <a:gd name="connsiteY17" fmla="*/ 239077 h 476933"/>
                  <a:gd name="connsiteX18" fmla="*/ 148590 w 497740"/>
                  <a:gd name="connsiteY18" fmla="*/ 333375 h 476933"/>
                  <a:gd name="connsiteX19" fmla="*/ 204788 w 497740"/>
                  <a:gd name="connsiteY19" fmla="*/ 313373 h 476933"/>
                  <a:gd name="connsiteX20" fmla="*/ 286703 w 497740"/>
                  <a:gd name="connsiteY20" fmla="*/ 352425 h 476933"/>
                  <a:gd name="connsiteX21" fmla="*/ 394893 w 497740"/>
                  <a:gd name="connsiteY21" fmla="*/ 375064 h 476933"/>
                  <a:gd name="connsiteX22" fmla="*/ 439103 w 497740"/>
                  <a:gd name="connsiteY22" fmla="*/ 400050 h 476933"/>
                  <a:gd name="connsiteX23" fmla="*/ 457478 w 497740"/>
                  <a:gd name="connsiteY23" fmla="*/ 397336 h 476933"/>
                  <a:gd name="connsiteX24" fmla="*/ 496253 w 497740"/>
                  <a:gd name="connsiteY24" fmla="*/ 476250 h 476933"/>
                  <a:gd name="connsiteX25" fmla="*/ 475911 w 497740"/>
                  <a:gd name="connsiteY25" fmla="*/ 372601 h 476933"/>
                  <a:gd name="connsiteX26" fmla="*/ 495300 w 497740"/>
                  <a:gd name="connsiteY26" fmla="*/ 400050 h 476933"/>
                  <a:gd name="connsiteX0" fmla="*/ 495300 w 497279"/>
                  <a:gd name="connsiteY0" fmla="*/ 400050 h 476933"/>
                  <a:gd name="connsiteX1" fmla="*/ 495300 w 497279"/>
                  <a:gd name="connsiteY1" fmla="*/ 400050 h 476933"/>
                  <a:gd name="connsiteX2" fmla="*/ 495300 w 497279"/>
                  <a:gd name="connsiteY2" fmla="*/ 400050 h 476933"/>
                  <a:gd name="connsiteX3" fmla="*/ 494348 w 497279"/>
                  <a:gd name="connsiteY3" fmla="*/ 387668 h 476933"/>
                  <a:gd name="connsiteX4" fmla="*/ 472137 w 497279"/>
                  <a:gd name="connsiteY4" fmla="*/ 381160 h 476933"/>
                  <a:gd name="connsiteX5" fmla="*/ 448549 w 497279"/>
                  <a:gd name="connsiteY5" fmla="*/ 327851 h 476933"/>
                  <a:gd name="connsiteX6" fmla="*/ 371475 w 497279"/>
                  <a:gd name="connsiteY6" fmla="*/ 276225 h 476933"/>
                  <a:gd name="connsiteX7" fmla="*/ 342900 w 497279"/>
                  <a:gd name="connsiteY7" fmla="*/ 247650 h 476933"/>
                  <a:gd name="connsiteX8" fmla="*/ 342900 w 497279"/>
                  <a:gd name="connsiteY8" fmla="*/ 247650 h 476933"/>
                  <a:gd name="connsiteX9" fmla="*/ 342900 w 497279"/>
                  <a:gd name="connsiteY9" fmla="*/ 247650 h 476933"/>
                  <a:gd name="connsiteX10" fmla="*/ 342900 w 497279"/>
                  <a:gd name="connsiteY10" fmla="*/ 247650 h 476933"/>
                  <a:gd name="connsiteX11" fmla="*/ 342900 w 497279"/>
                  <a:gd name="connsiteY11" fmla="*/ 238125 h 476933"/>
                  <a:gd name="connsiteX12" fmla="*/ 247650 w 497279"/>
                  <a:gd name="connsiteY12" fmla="*/ 142875 h 476933"/>
                  <a:gd name="connsiteX13" fmla="*/ 219075 w 497279"/>
                  <a:gd name="connsiteY13" fmla="*/ 114300 h 476933"/>
                  <a:gd name="connsiteX14" fmla="*/ 109538 w 497279"/>
                  <a:gd name="connsiteY14" fmla="*/ 0 h 476933"/>
                  <a:gd name="connsiteX15" fmla="*/ 0 w 497279"/>
                  <a:gd name="connsiteY15" fmla="*/ 114300 h 476933"/>
                  <a:gd name="connsiteX16" fmla="*/ 60960 w 497279"/>
                  <a:gd name="connsiteY16" fmla="*/ 216218 h 476933"/>
                  <a:gd name="connsiteX17" fmla="*/ 58102 w 497279"/>
                  <a:gd name="connsiteY17" fmla="*/ 239077 h 476933"/>
                  <a:gd name="connsiteX18" fmla="*/ 148590 w 497279"/>
                  <a:gd name="connsiteY18" fmla="*/ 333375 h 476933"/>
                  <a:gd name="connsiteX19" fmla="*/ 204788 w 497279"/>
                  <a:gd name="connsiteY19" fmla="*/ 313373 h 476933"/>
                  <a:gd name="connsiteX20" fmla="*/ 286703 w 497279"/>
                  <a:gd name="connsiteY20" fmla="*/ 352425 h 476933"/>
                  <a:gd name="connsiteX21" fmla="*/ 394893 w 497279"/>
                  <a:gd name="connsiteY21" fmla="*/ 375064 h 476933"/>
                  <a:gd name="connsiteX22" fmla="*/ 439103 w 497279"/>
                  <a:gd name="connsiteY22" fmla="*/ 400050 h 476933"/>
                  <a:gd name="connsiteX23" fmla="*/ 457478 w 497279"/>
                  <a:gd name="connsiteY23" fmla="*/ 397336 h 476933"/>
                  <a:gd name="connsiteX24" fmla="*/ 496253 w 497279"/>
                  <a:gd name="connsiteY24" fmla="*/ 476250 h 476933"/>
                  <a:gd name="connsiteX25" fmla="*/ 475911 w 497279"/>
                  <a:gd name="connsiteY25" fmla="*/ 372601 h 476933"/>
                  <a:gd name="connsiteX26" fmla="*/ 495300 w 497279"/>
                  <a:gd name="connsiteY26" fmla="*/ 400050 h 476933"/>
                  <a:gd name="connsiteX0" fmla="*/ 462304 w 497279"/>
                  <a:gd name="connsiteY0" fmla="*/ 384990 h 476933"/>
                  <a:gd name="connsiteX1" fmla="*/ 495300 w 497279"/>
                  <a:gd name="connsiteY1" fmla="*/ 400050 h 476933"/>
                  <a:gd name="connsiteX2" fmla="*/ 495300 w 497279"/>
                  <a:gd name="connsiteY2" fmla="*/ 400050 h 476933"/>
                  <a:gd name="connsiteX3" fmla="*/ 494348 w 497279"/>
                  <a:gd name="connsiteY3" fmla="*/ 387668 h 476933"/>
                  <a:gd name="connsiteX4" fmla="*/ 472137 w 497279"/>
                  <a:gd name="connsiteY4" fmla="*/ 381160 h 476933"/>
                  <a:gd name="connsiteX5" fmla="*/ 448549 w 497279"/>
                  <a:gd name="connsiteY5" fmla="*/ 327851 h 476933"/>
                  <a:gd name="connsiteX6" fmla="*/ 371475 w 497279"/>
                  <a:gd name="connsiteY6" fmla="*/ 276225 h 476933"/>
                  <a:gd name="connsiteX7" fmla="*/ 342900 w 497279"/>
                  <a:gd name="connsiteY7" fmla="*/ 247650 h 476933"/>
                  <a:gd name="connsiteX8" fmla="*/ 342900 w 497279"/>
                  <a:gd name="connsiteY8" fmla="*/ 247650 h 476933"/>
                  <a:gd name="connsiteX9" fmla="*/ 342900 w 497279"/>
                  <a:gd name="connsiteY9" fmla="*/ 247650 h 476933"/>
                  <a:gd name="connsiteX10" fmla="*/ 342900 w 497279"/>
                  <a:gd name="connsiteY10" fmla="*/ 247650 h 476933"/>
                  <a:gd name="connsiteX11" fmla="*/ 342900 w 497279"/>
                  <a:gd name="connsiteY11" fmla="*/ 238125 h 476933"/>
                  <a:gd name="connsiteX12" fmla="*/ 247650 w 497279"/>
                  <a:gd name="connsiteY12" fmla="*/ 142875 h 476933"/>
                  <a:gd name="connsiteX13" fmla="*/ 219075 w 497279"/>
                  <a:gd name="connsiteY13" fmla="*/ 114300 h 476933"/>
                  <a:gd name="connsiteX14" fmla="*/ 109538 w 497279"/>
                  <a:gd name="connsiteY14" fmla="*/ 0 h 476933"/>
                  <a:gd name="connsiteX15" fmla="*/ 0 w 497279"/>
                  <a:gd name="connsiteY15" fmla="*/ 114300 h 476933"/>
                  <a:gd name="connsiteX16" fmla="*/ 60960 w 497279"/>
                  <a:gd name="connsiteY16" fmla="*/ 216218 h 476933"/>
                  <a:gd name="connsiteX17" fmla="*/ 58102 w 497279"/>
                  <a:gd name="connsiteY17" fmla="*/ 239077 h 476933"/>
                  <a:gd name="connsiteX18" fmla="*/ 148590 w 497279"/>
                  <a:gd name="connsiteY18" fmla="*/ 333375 h 476933"/>
                  <a:gd name="connsiteX19" fmla="*/ 204788 w 497279"/>
                  <a:gd name="connsiteY19" fmla="*/ 313373 h 476933"/>
                  <a:gd name="connsiteX20" fmla="*/ 286703 w 497279"/>
                  <a:gd name="connsiteY20" fmla="*/ 352425 h 476933"/>
                  <a:gd name="connsiteX21" fmla="*/ 394893 w 497279"/>
                  <a:gd name="connsiteY21" fmla="*/ 375064 h 476933"/>
                  <a:gd name="connsiteX22" fmla="*/ 439103 w 497279"/>
                  <a:gd name="connsiteY22" fmla="*/ 400050 h 476933"/>
                  <a:gd name="connsiteX23" fmla="*/ 457478 w 497279"/>
                  <a:gd name="connsiteY23" fmla="*/ 397336 h 476933"/>
                  <a:gd name="connsiteX24" fmla="*/ 496253 w 497279"/>
                  <a:gd name="connsiteY24" fmla="*/ 476250 h 476933"/>
                  <a:gd name="connsiteX25" fmla="*/ 475911 w 497279"/>
                  <a:gd name="connsiteY25" fmla="*/ 372601 h 476933"/>
                  <a:gd name="connsiteX26" fmla="*/ 462304 w 497279"/>
                  <a:gd name="connsiteY26" fmla="*/ 384990 h 476933"/>
                  <a:gd name="connsiteX0" fmla="*/ 462304 w 497279"/>
                  <a:gd name="connsiteY0" fmla="*/ 384990 h 476933"/>
                  <a:gd name="connsiteX1" fmla="*/ 495300 w 497279"/>
                  <a:gd name="connsiteY1" fmla="*/ 400050 h 476933"/>
                  <a:gd name="connsiteX2" fmla="*/ 495300 w 497279"/>
                  <a:gd name="connsiteY2" fmla="*/ 400050 h 476933"/>
                  <a:gd name="connsiteX3" fmla="*/ 449072 w 497279"/>
                  <a:gd name="connsiteY3" fmla="*/ 370898 h 476933"/>
                  <a:gd name="connsiteX4" fmla="*/ 472137 w 497279"/>
                  <a:gd name="connsiteY4" fmla="*/ 381160 h 476933"/>
                  <a:gd name="connsiteX5" fmla="*/ 448549 w 497279"/>
                  <a:gd name="connsiteY5" fmla="*/ 327851 h 476933"/>
                  <a:gd name="connsiteX6" fmla="*/ 371475 w 497279"/>
                  <a:gd name="connsiteY6" fmla="*/ 276225 h 476933"/>
                  <a:gd name="connsiteX7" fmla="*/ 342900 w 497279"/>
                  <a:gd name="connsiteY7" fmla="*/ 247650 h 476933"/>
                  <a:gd name="connsiteX8" fmla="*/ 342900 w 497279"/>
                  <a:gd name="connsiteY8" fmla="*/ 247650 h 476933"/>
                  <a:gd name="connsiteX9" fmla="*/ 342900 w 497279"/>
                  <a:gd name="connsiteY9" fmla="*/ 247650 h 476933"/>
                  <a:gd name="connsiteX10" fmla="*/ 342900 w 497279"/>
                  <a:gd name="connsiteY10" fmla="*/ 247650 h 476933"/>
                  <a:gd name="connsiteX11" fmla="*/ 342900 w 497279"/>
                  <a:gd name="connsiteY11" fmla="*/ 238125 h 476933"/>
                  <a:gd name="connsiteX12" fmla="*/ 247650 w 497279"/>
                  <a:gd name="connsiteY12" fmla="*/ 142875 h 476933"/>
                  <a:gd name="connsiteX13" fmla="*/ 219075 w 497279"/>
                  <a:gd name="connsiteY13" fmla="*/ 114300 h 476933"/>
                  <a:gd name="connsiteX14" fmla="*/ 109538 w 497279"/>
                  <a:gd name="connsiteY14" fmla="*/ 0 h 476933"/>
                  <a:gd name="connsiteX15" fmla="*/ 0 w 497279"/>
                  <a:gd name="connsiteY15" fmla="*/ 114300 h 476933"/>
                  <a:gd name="connsiteX16" fmla="*/ 60960 w 497279"/>
                  <a:gd name="connsiteY16" fmla="*/ 216218 h 476933"/>
                  <a:gd name="connsiteX17" fmla="*/ 58102 w 497279"/>
                  <a:gd name="connsiteY17" fmla="*/ 239077 h 476933"/>
                  <a:gd name="connsiteX18" fmla="*/ 148590 w 497279"/>
                  <a:gd name="connsiteY18" fmla="*/ 333375 h 476933"/>
                  <a:gd name="connsiteX19" fmla="*/ 204788 w 497279"/>
                  <a:gd name="connsiteY19" fmla="*/ 313373 h 476933"/>
                  <a:gd name="connsiteX20" fmla="*/ 286703 w 497279"/>
                  <a:gd name="connsiteY20" fmla="*/ 352425 h 476933"/>
                  <a:gd name="connsiteX21" fmla="*/ 394893 w 497279"/>
                  <a:gd name="connsiteY21" fmla="*/ 375064 h 476933"/>
                  <a:gd name="connsiteX22" fmla="*/ 439103 w 497279"/>
                  <a:gd name="connsiteY22" fmla="*/ 400050 h 476933"/>
                  <a:gd name="connsiteX23" fmla="*/ 457478 w 497279"/>
                  <a:gd name="connsiteY23" fmla="*/ 397336 h 476933"/>
                  <a:gd name="connsiteX24" fmla="*/ 496253 w 497279"/>
                  <a:gd name="connsiteY24" fmla="*/ 476250 h 476933"/>
                  <a:gd name="connsiteX25" fmla="*/ 475911 w 497279"/>
                  <a:gd name="connsiteY25" fmla="*/ 372601 h 476933"/>
                  <a:gd name="connsiteX26" fmla="*/ 462304 w 497279"/>
                  <a:gd name="connsiteY26" fmla="*/ 384990 h 476933"/>
                  <a:gd name="connsiteX0" fmla="*/ 462304 w 496886"/>
                  <a:gd name="connsiteY0" fmla="*/ 384990 h 476831"/>
                  <a:gd name="connsiteX1" fmla="*/ 495300 w 496886"/>
                  <a:gd name="connsiteY1" fmla="*/ 400050 h 476831"/>
                  <a:gd name="connsiteX2" fmla="*/ 495300 w 496886"/>
                  <a:gd name="connsiteY2" fmla="*/ 400050 h 476831"/>
                  <a:gd name="connsiteX3" fmla="*/ 449072 w 496886"/>
                  <a:gd name="connsiteY3" fmla="*/ 370898 h 476831"/>
                  <a:gd name="connsiteX4" fmla="*/ 472137 w 496886"/>
                  <a:gd name="connsiteY4" fmla="*/ 381160 h 476831"/>
                  <a:gd name="connsiteX5" fmla="*/ 448549 w 496886"/>
                  <a:gd name="connsiteY5" fmla="*/ 327851 h 476831"/>
                  <a:gd name="connsiteX6" fmla="*/ 371475 w 496886"/>
                  <a:gd name="connsiteY6" fmla="*/ 276225 h 476831"/>
                  <a:gd name="connsiteX7" fmla="*/ 342900 w 496886"/>
                  <a:gd name="connsiteY7" fmla="*/ 247650 h 476831"/>
                  <a:gd name="connsiteX8" fmla="*/ 342900 w 496886"/>
                  <a:gd name="connsiteY8" fmla="*/ 247650 h 476831"/>
                  <a:gd name="connsiteX9" fmla="*/ 342900 w 496886"/>
                  <a:gd name="connsiteY9" fmla="*/ 247650 h 476831"/>
                  <a:gd name="connsiteX10" fmla="*/ 342900 w 496886"/>
                  <a:gd name="connsiteY10" fmla="*/ 247650 h 476831"/>
                  <a:gd name="connsiteX11" fmla="*/ 342900 w 496886"/>
                  <a:gd name="connsiteY11" fmla="*/ 238125 h 476831"/>
                  <a:gd name="connsiteX12" fmla="*/ 247650 w 496886"/>
                  <a:gd name="connsiteY12" fmla="*/ 142875 h 476831"/>
                  <a:gd name="connsiteX13" fmla="*/ 219075 w 496886"/>
                  <a:gd name="connsiteY13" fmla="*/ 114300 h 476831"/>
                  <a:gd name="connsiteX14" fmla="*/ 109538 w 496886"/>
                  <a:gd name="connsiteY14" fmla="*/ 0 h 476831"/>
                  <a:gd name="connsiteX15" fmla="*/ 0 w 496886"/>
                  <a:gd name="connsiteY15" fmla="*/ 114300 h 476831"/>
                  <a:gd name="connsiteX16" fmla="*/ 60960 w 496886"/>
                  <a:gd name="connsiteY16" fmla="*/ 216218 h 476831"/>
                  <a:gd name="connsiteX17" fmla="*/ 58102 w 496886"/>
                  <a:gd name="connsiteY17" fmla="*/ 239077 h 476831"/>
                  <a:gd name="connsiteX18" fmla="*/ 148590 w 496886"/>
                  <a:gd name="connsiteY18" fmla="*/ 333375 h 476831"/>
                  <a:gd name="connsiteX19" fmla="*/ 204788 w 496886"/>
                  <a:gd name="connsiteY19" fmla="*/ 313373 h 476831"/>
                  <a:gd name="connsiteX20" fmla="*/ 286703 w 496886"/>
                  <a:gd name="connsiteY20" fmla="*/ 352425 h 476831"/>
                  <a:gd name="connsiteX21" fmla="*/ 394893 w 496886"/>
                  <a:gd name="connsiteY21" fmla="*/ 375064 h 476831"/>
                  <a:gd name="connsiteX22" fmla="*/ 439103 w 496886"/>
                  <a:gd name="connsiteY22" fmla="*/ 400050 h 476831"/>
                  <a:gd name="connsiteX23" fmla="*/ 457478 w 496886"/>
                  <a:gd name="connsiteY23" fmla="*/ 397336 h 476831"/>
                  <a:gd name="connsiteX24" fmla="*/ 496253 w 496886"/>
                  <a:gd name="connsiteY24" fmla="*/ 476250 h 476831"/>
                  <a:gd name="connsiteX25" fmla="*/ 456584 w 496886"/>
                  <a:gd name="connsiteY25" fmla="*/ 353697 h 476831"/>
                  <a:gd name="connsiteX26" fmla="*/ 462304 w 496886"/>
                  <a:gd name="connsiteY26" fmla="*/ 384990 h 476831"/>
                  <a:gd name="connsiteX0" fmla="*/ 462304 w 496886"/>
                  <a:gd name="connsiteY0" fmla="*/ 384990 h 476831"/>
                  <a:gd name="connsiteX1" fmla="*/ 495300 w 496886"/>
                  <a:gd name="connsiteY1" fmla="*/ 400050 h 476831"/>
                  <a:gd name="connsiteX2" fmla="*/ 432300 w 496886"/>
                  <a:gd name="connsiteY2" fmla="*/ 354339 h 476831"/>
                  <a:gd name="connsiteX3" fmla="*/ 449072 w 496886"/>
                  <a:gd name="connsiteY3" fmla="*/ 370898 h 476831"/>
                  <a:gd name="connsiteX4" fmla="*/ 472137 w 496886"/>
                  <a:gd name="connsiteY4" fmla="*/ 381160 h 476831"/>
                  <a:gd name="connsiteX5" fmla="*/ 448549 w 496886"/>
                  <a:gd name="connsiteY5" fmla="*/ 327851 h 476831"/>
                  <a:gd name="connsiteX6" fmla="*/ 371475 w 496886"/>
                  <a:gd name="connsiteY6" fmla="*/ 276225 h 476831"/>
                  <a:gd name="connsiteX7" fmla="*/ 342900 w 496886"/>
                  <a:gd name="connsiteY7" fmla="*/ 247650 h 476831"/>
                  <a:gd name="connsiteX8" fmla="*/ 342900 w 496886"/>
                  <a:gd name="connsiteY8" fmla="*/ 247650 h 476831"/>
                  <a:gd name="connsiteX9" fmla="*/ 342900 w 496886"/>
                  <a:gd name="connsiteY9" fmla="*/ 247650 h 476831"/>
                  <a:gd name="connsiteX10" fmla="*/ 342900 w 496886"/>
                  <a:gd name="connsiteY10" fmla="*/ 247650 h 476831"/>
                  <a:gd name="connsiteX11" fmla="*/ 342900 w 496886"/>
                  <a:gd name="connsiteY11" fmla="*/ 238125 h 476831"/>
                  <a:gd name="connsiteX12" fmla="*/ 247650 w 496886"/>
                  <a:gd name="connsiteY12" fmla="*/ 142875 h 476831"/>
                  <a:gd name="connsiteX13" fmla="*/ 219075 w 496886"/>
                  <a:gd name="connsiteY13" fmla="*/ 114300 h 476831"/>
                  <a:gd name="connsiteX14" fmla="*/ 109538 w 496886"/>
                  <a:gd name="connsiteY14" fmla="*/ 0 h 476831"/>
                  <a:gd name="connsiteX15" fmla="*/ 0 w 496886"/>
                  <a:gd name="connsiteY15" fmla="*/ 114300 h 476831"/>
                  <a:gd name="connsiteX16" fmla="*/ 60960 w 496886"/>
                  <a:gd name="connsiteY16" fmla="*/ 216218 h 476831"/>
                  <a:gd name="connsiteX17" fmla="*/ 58102 w 496886"/>
                  <a:gd name="connsiteY17" fmla="*/ 239077 h 476831"/>
                  <a:gd name="connsiteX18" fmla="*/ 148590 w 496886"/>
                  <a:gd name="connsiteY18" fmla="*/ 333375 h 476831"/>
                  <a:gd name="connsiteX19" fmla="*/ 204788 w 496886"/>
                  <a:gd name="connsiteY19" fmla="*/ 313373 h 476831"/>
                  <a:gd name="connsiteX20" fmla="*/ 286703 w 496886"/>
                  <a:gd name="connsiteY20" fmla="*/ 352425 h 476831"/>
                  <a:gd name="connsiteX21" fmla="*/ 394893 w 496886"/>
                  <a:gd name="connsiteY21" fmla="*/ 375064 h 476831"/>
                  <a:gd name="connsiteX22" fmla="*/ 439103 w 496886"/>
                  <a:gd name="connsiteY22" fmla="*/ 400050 h 476831"/>
                  <a:gd name="connsiteX23" fmla="*/ 457478 w 496886"/>
                  <a:gd name="connsiteY23" fmla="*/ 397336 h 476831"/>
                  <a:gd name="connsiteX24" fmla="*/ 496253 w 496886"/>
                  <a:gd name="connsiteY24" fmla="*/ 476250 h 476831"/>
                  <a:gd name="connsiteX25" fmla="*/ 456584 w 496886"/>
                  <a:gd name="connsiteY25" fmla="*/ 353697 h 476831"/>
                  <a:gd name="connsiteX26" fmla="*/ 462304 w 496886"/>
                  <a:gd name="connsiteY26" fmla="*/ 384990 h 476831"/>
                  <a:gd name="connsiteX0" fmla="*/ 462304 w 496886"/>
                  <a:gd name="connsiteY0" fmla="*/ 384990 h 476831"/>
                  <a:gd name="connsiteX1" fmla="*/ 429418 w 496886"/>
                  <a:gd name="connsiteY1" fmla="*/ 344087 h 476831"/>
                  <a:gd name="connsiteX2" fmla="*/ 432300 w 496886"/>
                  <a:gd name="connsiteY2" fmla="*/ 354339 h 476831"/>
                  <a:gd name="connsiteX3" fmla="*/ 449072 w 496886"/>
                  <a:gd name="connsiteY3" fmla="*/ 370898 h 476831"/>
                  <a:gd name="connsiteX4" fmla="*/ 472137 w 496886"/>
                  <a:gd name="connsiteY4" fmla="*/ 381160 h 476831"/>
                  <a:gd name="connsiteX5" fmla="*/ 448549 w 496886"/>
                  <a:gd name="connsiteY5" fmla="*/ 327851 h 476831"/>
                  <a:gd name="connsiteX6" fmla="*/ 371475 w 496886"/>
                  <a:gd name="connsiteY6" fmla="*/ 276225 h 476831"/>
                  <a:gd name="connsiteX7" fmla="*/ 342900 w 496886"/>
                  <a:gd name="connsiteY7" fmla="*/ 247650 h 476831"/>
                  <a:gd name="connsiteX8" fmla="*/ 342900 w 496886"/>
                  <a:gd name="connsiteY8" fmla="*/ 247650 h 476831"/>
                  <a:gd name="connsiteX9" fmla="*/ 342900 w 496886"/>
                  <a:gd name="connsiteY9" fmla="*/ 247650 h 476831"/>
                  <a:gd name="connsiteX10" fmla="*/ 342900 w 496886"/>
                  <a:gd name="connsiteY10" fmla="*/ 247650 h 476831"/>
                  <a:gd name="connsiteX11" fmla="*/ 342900 w 496886"/>
                  <a:gd name="connsiteY11" fmla="*/ 238125 h 476831"/>
                  <a:gd name="connsiteX12" fmla="*/ 247650 w 496886"/>
                  <a:gd name="connsiteY12" fmla="*/ 142875 h 476831"/>
                  <a:gd name="connsiteX13" fmla="*/ 219075 w 496886"/>
                  <a:gd name="connsiteY13" fmla="*/ 114300 h 476831"/>
                  <a:gd name="connsiteX14" fmla="*/ 109538 w 496886"/>
                  <a:gd name="connsiteY14" fmla="*/ 0 h 476831"/>
                  <a:gd name="connsiteX15" fmla="*/ 0 w 496886"/>
                  <a:gd name="connsiteY15" fmla="*/ 114300 h 476831"/>
                  <a:gd name="connsiteX16" fmla="*/ 60960 w 496886"/>
                  <a:gd name="connsiteY16" fmla="*/ 216218 h 476831"/>
                  <a:gd name="connsiteX17" fmla="*/ 58102 w 496886"/>
                  <a:gd name="connsiteY17" fmla="*/ 239077 h 476831"/>
                  <a:gd name="connsiteX18" fmla="*/ 148590 w 496886"/>
                  <a:gd name="connsiteY18" fmla="*/ 333375 h 476831"/>
                  <a:gd name="connsiteX19" fmla="*/ 204788 w 496886"/>
                  <a:gd name="connsiteY19" fmla="*/ 313373 h 476831"/>
                  <a:gd name="connsiteX20" fmla="*/ 286703 w 496886"/>
                  <a:gd name="connsiteY20" fmla="*/ 352425 h 476831"/>
                  <a:gd name="connsiteX21" fmla="*/ 394893 w 496886"/>
                  <a:gd name="connsiteY21" fmla="*/ 375064 h 476831"/>
                  <a:gd name="connsiteX22" fmla="*/ 439103 w 496886"/>
                  <a:gd name="connsiteY22" fmla="*/ 400050 h 476831"/>
                  <a:gd name="connsiteX23" fmla="*/ 457478 w 496886"/>
                  <a:gd name="connsiteY23" fmla="*/ 397336 h 476831"/>
                  <a:gd name="connsiteX24" fmla="*/ 496253 w 496886"/>
                  <a:gd name="connsiteY24" fmla="*/ 476250 h 476831"/>
                  <a:gd name="connsiteX25" fmla="*/ 456584 w 496886"/>
                  <a:gd name="connsiteY25" fmla="*/ 353697 h 476831"/>
                  <a:gd name="connsiteX26" fmla="*/ 462304 w 496886"/>
                  <a:gd name="connsiteY26" fmla="*/ 384990 h 476831"/>
                  <a:gd name="connsiteX0" fmla="*/ 453548 w 496886"/>
                  <a:gd name="connsiteY0" fmla="*/ 380077 h 476831"/>
                  <a:gd name="connsiteX1" fmla="*/ 429418 w 496886"/>
                  <a:gd name="connsiteY1" fmla="*/ 344087 h 476831"/>
                  <a:gd name="connsiteX2" fmla="*/ 432300 w 496886"/>
                  <a:gd name="connsiteY2" fmla="*/ 354339 h 476831"/>
                  <a:gd name="connsiteX3" fmla="*/ 449072 w 496886"/>
                  <a:gd name="connsiteY3" fmla="*/ 370898 h 476831"/>
                  <a:gd name="connsiteX4" fmla="*/ 472137 w 496886"/>
                  <a:gd name="connsiteY4" fmla="*/ 381160 h 476831"/>
                  <a:gd name="connsiteX5" fmla="*/ 448549 w 496886"/>
                  <a:gd name="connsiteY5" fmla="*/ 327851 h 476831"/>
                  <a:gd name="connsiteX6" fmla="*/ 371475 w 496886"/>
                  <a:gd name="connsiteY6" fmla="*/ 276225 h 476831"/>
                  <a:gd name="connsiteX7" fmla="*/ 342900 w 496886"/>
                  <a:gd name="connsiteY7" fmla="*/ 247650 h 476831"/>
                  <a:gd name="connsiteX8" fmla="*/ 342900 w 496886"/>
                  <a:gd name="connsiteY8" fmla="*/ 247650 h 476831"/>
                  <a:gd name="connsiteX9" fmla="*/ 342900 w 496886"/>
                  <a:gd name="connsiteY9" fmla="*/ 247650 h 476831"/>
                  <a:gd name="connsiteX10" fmla="*/ 342900 w 496886"/>
                  <a:gd name="connsiteY10" fmla="*/ 247650 h 476831"/>
                  <a:gd name="connsiteX11" fmla="*/ 342900 w 496886"/>
                  <a:gd name="connsiteY11" fmla="*/ 238125 h 476831"/>
                  <a:gd name="connsiteX12" fmla="*/ 247650 w 496886"/>
                  <a:gd name="connsiteY12" fmla="*/ 142875 h 476831"/>
                  <a:gd name="connsiteX13" fmla="*/ 219075 w 496886"/>
                  <a:gd name="connsiteY13" fmla="*/ 114300 h 476831"/>
                  <a:gd name="connsiteX14" fmla="*/ 109538 w 496886"/>
                  <a:gd name="connsiteY14" fmla="*/ 0 h 476831"/>
                  <a:gd name="connsiteX15" fmla="*/ 0 w 496886"/>
                  <a:gd name="connsiteY15" fmla="*/ 114300 h 476831"/>
                  <a:gd name="connsiteX16" fmla="*/ 60960 w 496886"/>
                  <a:gd name="connsiteY16" fmla="*/ 216218 h 476831"/>
                  <a:gd name="connsiteX17" fmla="*/ 58102 w 496886"/>
                  <a:gd name="connsiteY17" fmla="*/ 239077 h 476831"/>
                  <a:gd name="connsiteX18" fmla="*/ 148590 w 496886"/>
                  <a:gd name="connsiteY18" fmla="*/ 333375 h 476831"/>
                  <a:gd name="connsiteX19" fmla="*/ 204788 w 496886"/>
                  <a:gd name="connsiteY19" fmla="*/ 313373 h 476831"/>
                  <a:gd name="connsiteX20" fmla="*/ 286703 w 496886"/>
                  <a:gd name="connsiteY20" fmla="*/ 352425 h 476831"/>
                  <a:gd name="connsiteX21" fmla="*/ 394893 w 496886"/>
                  <a:gd name="connsiteY21" fmla="*/ 375064 h 476831"/>
                  <a:gd name="connsiteX22" fmla="*/ 439103 w 496886"/>
                  <a:gd name="connsiteY22" fmla="*/ 400050 h 476831"/>
                  <a:gd name="connsiteX23" fmla="*/ 457478 w 496886"/>
                  <a:gd name="connsiteY23" fmla="*/ 397336 h 476831"/>
                  <a:gd name="connsiteX24" fmla="*/ 496253 w 496886"/>
                  <a:gd name="connsiteY24" fmla="*/ 476250 h 476831"/>
                  <a:gd name="connsiteX25" fmla="*/ 456584 w 496886"/>
                  <a:gd name="connsiteY25" fmla="*/ 353697 h 476831"/>
                  <a:gd name="connsiteX26" fmla="*/ 453548 w 496886"/>
                  <a:gd name="connsiteY26" fmla="*/ 380077 h 476831"/>
                  <a:gd name="connsiteX0" fmla="*/ 456584 w 497055"/>
                  <a:gd name="connsiteY0" fmla="*/ 353697 h 476876"/>
                  <a:gd name="connsiteX1" fmla="*/ 429418 w 497055"/>
                  <a:gd name="connsiteY1" fmla="*/ 344087 h 476876"/>
                  <a:gd name="connsiteX2" fmla="*/ 432300 w 497055"/>
                  <a:gd name="connsiteY2" fmla="*/ 354339 h 476876"/>
                  <a:gd name="connsiteX3" fmla="*/ 449072 w 497055"/>
                  <a:gd name="connsiteY3" fmla="*/ 370898 h 476876"/>
                  <a:gd name="connsiteX4" fmla="*/ 472137 w 497055"/>
                  <a:gd name="connsiteY4" fmla="*/ 381160 h 476876"/>
                  <a:gd name="connsiteX5" fmla="*/ 448549 w 497055"/>
                  <a:gd name="connsiteY5" fmla="*/ 327851 h 476876"/>
                  <a:gd name="connsiteX6" fmla="*/ 371475 w 497055"/>
                  <a:gd name="connsiteY6" fmla="*/ 276225 h 476876"/>
                  <a:gd name="connsiteX7" fmla="*/ 342900 w 497055"/>
                  <a:gd name="connsiteY7" fmla="*/ 247650 h 476876"/>
                  <a:gd name="connsiteX8" fmla="*/ 342900 w 497055"/>
                  <a:gd name="connsiteY8" fmla="*/ 247650 h 476876"/>
                  <a:gd name="connsiteX9" fmla="*/ 342900 w 497055"/>
                  <a:gd name="connsiteY9" fmla="*/ 247650 h 476876"/>
                  <a:gd name="connsiteX10" fmla="*/ 342900 w 497055"/>
                  <a:gd name="connsiteY10" fmla="*/ 247650 h 476876"/>
                  <a:gd name="connsiteX11" fmla="*/ 342900 w 497055"/>
                  <a:gd name="connsiteY11" fmla="*/ 238125 h 476876"/>
                  <a:gd name="connsiteX12" fmla="*/ 247650 w 497055"/>
                  <a:gd name="connsiteY12" fmla="*/ 142875 h 476876"/>
                  <a:gd name="connsiteX13" fmla="*/ 219075 w 497055"/>
                  <a:gd name="connsiteY13" fmla="*/ 114300 h 476876"/>
                  <a:gd name="connsiteX14" fmla="*/ 109538 w 497055"/>
                  <a:gd name="connsiteY14" fmla="*/ 0 h 476876"/>
                  <a:gd name="connsiteX15" fmla="*/ 0 w 497055"/>
                  <a:gd name="connsiteY15" fmla="*/ 114300 h 476876"/>
                  <a:gd name="connsiteX16" fmla="*/ 60960 w 497055"/>
                  <a:gd name="connsiteY16" fmla="*/ 216218 h 476876"/>
                  <a:gd name="connsiteX17" fmla="*/ 58102 w 497055"/>
                  <a:gd name="connsiteY17" fmla="*/ 239077 h 476876"/>
                  <a:gd name="connsiteX18" fmla="*/ 148590 w 497055"/>
                  <a:gd name="connsiteY18" fmla="*/ 333375 h 476876"/>
                  <a:gd name="connsiteX19" fmla="*/ 204788 w 497055"/>
                  <a:gd name="connsiteY19" fmla="*/ 313373 h 476876"/>
                  <a:gd name="connsiteX20" fmla="*/ 286703 w 497055"/>
                  <a:gd name="connsiteY20" fmla="*/ 352425 h 476876"/>
                  <a:gd name="connsiteX21" fmla="*/ 394893 w 497055"/>
                  <a:gd name="connsiteY21" fmla="*/ 375064 h 476876"/>
                  <a:gd name="connsiteX22" fmla="*/ 439103 w 497055"/>
                  <a:gd name="connsiteY22" fmla="*/ 400050 h 476876"/>
                  <a:gd name="connsiteX23" fmla="*/ 457478 w 497055"/>
                  <a:gd name="connsiteY23" fmla="*/ 397336 h 476876"/>
                  <a:gd name="connsiteX24" fmla="*/ 496253 w 497055"/>
                  <a:gd name="connsiteY24" fmla="*/ 476250 h 476876"/>
                  <a:gd name="connsiteX25" fmla="*/ 456584 w 497055"/>
                  <a:gd name="connsiteY25" fmla="*/ 353697 h 476876"/>
                  <a:gd name="connsiteX0" fmla="*/ 456584 w 497055"/>
                  <a:gd name="connsiteY0" fmla="*/ 353697 h 476876"/>
                  <a:gd name="connsiteX1" fmla="*/ 429418 w 497055"/>
                  <a:gd name="connsiteY1" fmla="*/ 344087 h 476876"/>
                  <a:gd name="connsiteX2" fmla="*/ 432300 w 497055"/>
                  <a:gd name="connsiteY2" fmla="*/ 354339 h 476876"/>
                  <a:gd name="connsiteX3" fmla="*/ 472137 w 497055"/>
                  <a:gd name="connsiteY3" fmla="*/ 381160 h 476876"/>
                  <a:gd name="connsiteX4" fmla="*/ 448549 w 497055"/>
                  <a:gd name="connsiteY4" fmla="*/ 327851 h 476876"/>
                  <a:gd name="connsiteX5" fmla="*/ 371475 w 497055"/>
                  <a:gd name="connsiteY5" fmla="*/ 276225 h 476876"/>
                  <a:gd name="connsiteX6" fmla="*/ 342900 w 497055"/>
                  <a:gd name="connsiteY6" fmla="*/ 247650 h 476876"/>
                  <a:gd name="connsiteX7" fmla="*/ 342900 w 497055"/>
                  <a:gd name="connsiteY7" fmla="*/ 247650 h 476876"/>
                  <a:gd name="connsiteX8" fmla="*/ 342900 w 497055"/>
                  <a:gd name="connsiteY8" fmla="*/ 247650 h 476876"/>
                  <a:gd name="connsiteX9" fmla="*/ 342900 w 497055"/>
                  <a:gd name="connsiteY9" fmla="*/ 247650 h 476876"/>
                  <a:gd name="connsiteX10" fmla="*/ 342900 w 497055"/>
                  <a:gd name="connsiteY10" fmla="*/ 238125 h 476876"/>
                  <a:gd name="connsiteX11" fmla="*/ 247650 w 497055"/>
                  <a:gd name="connsiteY11" fmla="*/ 142875 h 476876"/>
                  <a:gd name="connsiteX12" fmla="*/ 219075 w 497055"/>
                  <a:gd name="connsiteY12" fmla="*/ 114300 h 476876"/>
                  <a:gd name="connsiteX13" fmla="*/ 109538 w 497055"/>
                  <a:gd name="connsiteY13" fmla="*/ 0 h 476876"/>
                  <a:gd name="connsiteX14" fmla="*/ 0 w 497055"/>
                  <a:gd name="connsiteY14" fmla="*/ 114300 h 476876"/>
                  <a:gd name="connsiteX15" fmla="*/ 60960 w 497055"/>
                  <a:gd name="connsiteY15" fmla="*/ 216218 h 476876"/>
                  <a:gd name="connsiteX16" fmla="*/ 58102 w 497055"/>
                  <a:gd name="connsiteY16" fmla="*/ 239077 h 476876"/>
                  <a:gd name="connsiteX17" fmla="*/ 148590 w 497055"/>
                  <a:gd name="connsiteY17" fmla="*/ 333375 h 476876"/>
                  <a:gd name="connsiteX18" fmla="*/ 204788 w 497055"/>
                  <a:gd name="connsiteY18" fmla="*/ 313373 h 476876"/>
                  <a:gd name="connsiteX19" fmla="*/ 286703 w 497055"/>
                  <a:gd name="connsiteY19" fmla="*/ 352425 h 476876"/>
                  <a:gd name="connsiteX20" fmla="*/ 394893 w 497055"/>
                  <a:gd name="connsiteY20" fmla="*/ 375064 h 476876"/>
                  <a:gd name="connsiteX21" fmla="*/ 439103 w 497055"/>
                  <a:gd name="connsiteY21" fmla="*/ 400050 h 476876"/>
                  <a:gd name="connsiteX22" fmla="*/ 457478 w 497055"/>
                  <a:gd name="connsiteY22" fmla="*/ 397336 h 476876"/>
                  <a:gd name="connsiteX23" fmla="*/ 496253 w 497055"/>
                  <a:gd name="connsiteY23" fmla="*/ 476250 h 476876"/>
                  <a:gd name="connsiteX24" fmla="*/ 456584 w 497055"/>
                  <a:gd name="connsiteY24" fmla="*/ 353697 h 476876"/>
                  <a:gd name="connsiteX0" fmla="*/ 456584 w 497055"/>
                  <a:gd name="connsiteY0" fmla="*/ 353697 h 476876"/>
                  <a:gd name="connsiteX1" fmla="*/ 429418 w 497055"/>
                  <a:gd name="connsiteY1" fmla="*/ 344087 h 476876"/>
                  <a:gd name="connsiteX2" fmla="*/ 472137 w 497055"/>
                  <a:gd name="connsiteY2" fmla="*/ 381160 h 476876"/>
                  <a:gd name="connsiteX3" fmla="*/ 448549 w 497055"/>
                  <a:gd name="connsiteY3" fmla="*/ 327851 h 476876"/>
                  <a:gd name="connsiteX4" fmla="*/ 371475 w 497055"/>
                  <a:gd name="connsiteY4" fmla="*/ 276225 h 476876"/>
                  <a:gd name="connsiteX5" fmla="*/ 342900 w 497055"/>
                  <a:gd name="connsiteY5" fmla="*/ 247650 h 476876"/>
                  <a:gd name="connsiteX6" fmla="*/ 342900 w 497055"/>
                  <a:gd name="connsiteY6" fmla="*/ 247650 h 476876"/>
                  <a:gd name="connsiteX7" fmla="*/ 342900 w 497055"/>
                  <a:gd name="connsiteY7" fmla="*/ 247650 h 476876"/>
                  <a:gd name="connsiteX8" fmla="*/ 342900 w 497055"/>
                  <a:gd name="connsiteY8" fmla="*/ 247650 h 476876"/>
                  <a:gd name="connsiteX9" fmla="*/ 342900 w 497055"/>
                  <a:gd name="connsiteY9" fmla="*/ 238125 h 476876"/>
                  <a:gd name="connsiteX10" fmla="*/ 247650 w 497055"/>
                  <a:gd name="connsiteY10" fmla="*/ 142875 h 476876"/>
                  <a:gd name="connsiteX11" fmla="*/ 219075 w 497055"/>
                  <a:gd name="connsiteY11" fmla="*/ 114300 h 476876"/>
                  <a:gd name="connsiteX12" fmla="*/ 109538 w 497055"/>
                  <a:gd name="connsiteY12" fmla="*/ 0 h 476876"/>
                  <a:gd name="connsiteX13" fmla="*/ 0 w 497055"/>
                  <a:gd name="connsiteY13" fmla="*/ 114300 h 476876"/>
                  <a:gd name="connsiteX14" fmla="*/ 60960 w 497055"/>
                  <a:gd name="connsiteY14" fmla="*/ 216218 h 476876"/>
                  <a:gd name="connsiteX15" fmla="*/ 58102 w 497055"/>
                  <a:gd name="connsiteY15" fmla="*/ 239077 h 476876"/>
                  <a:gd name="connsiteX16" fmla="*/ 148590 w 497055"/>
                  <a:gd name="connsiteY16" fmla="*/ 333375 h 476876"/>
                  <a:gd name="connsiteX17" fmla="*/ 204788 w 497055"/>
                  <a:gd name="connsiteY17" fmla="*/ 313373 h 476876"/>
                  <a:gd name="connsiteX18" fmla="*/ 286703 w 497055"/>
                  <a:gd name="connsiteY18" fmla="*/ 352425 h 476876"/>
                  <a:gd name="connsiteX19" fmla="*/ 394893 w 497055"/>
                  <a:gd name="connsiteY19" fmla="*/ 375064 h 476876"/>
                  <a:gd name="connsiteX20" fmla="*/ 439103 w 497055"/>
                  <a:gd name="connsiteY20" fmla="*/ 400050 h 476876"/>
                  <a:gd name="connsiteX21" fmla="*/ 457478 w 497055"/>
                  <a:gd name="connsiteY21" fmla="*/ 397336 h 476876"/>
                  <a:gd name="connsiteX22" fmla="*/ 496253 w 497055"/>
                  <a:gd name="connsiteY22" fmla="*/ 476250 h 476876"/>
                  <a:gd name="connsiteX23" fmla="*/ 456584 w 497055"/>
                  <a:gd name="connsiteY23" fmla="*/ 353697 h 476876"/>
                  <a:gd name="connsiteX0" fmla="*/ 456584 w 497055"/>
                  <a:gd name="connsiteY0" fmla="*/ 353697 h 476876"/>
                  <a:gd name="connsiteX1" fmla="*/ 472137 w 497055"/>
                  <a:gd name="connsiteY1" fmla="*/ 381160 h 476876"/>
                  <a:gd name="connsiteX2" fmla="*/ 448549 w 497055"/>
                  <a:gd name="connsiteY2" fmla="*/ 327851 h 476876"/>
                  <a:gd name="connsiteX3" fmla="*/ 371475 w 497055"/>
                  <a:gd name="connsiteY3" fmla="*/ 276225 h 476876"/>
                  <a:gd name="connsiteX4" fmla="*/ 342900 w 497055"/>
                  <a:gd name="connsiteY4" fmla="*/ 247650 h 476876"/>
                  <a:gd name="connsiteX5" fmla="*/ 342900 w 497055"/>
                  <a:gd name="connsiteY5" fmla="*/ 247650 h 476876"/>
                  <a:gd name="connsiteX6" fmla="*/ 342900 w 497055"/>
                  <a:gd name="connsiteY6" fmla="*/ 247650 h 476876"/>
                  <a:gd name="connsiteX7" fmla="*/ 342900 w 497055"/>
                  <a:gd name="connsiteY7" fmla="*/ 247650 h 476876"/>
                  <a:gd name="connsiteX8" fmla="*/ 342900 w 497055"/>
                  <a:gd name="connsiteY8" fmla="*/ 238125 h 476876"/>
                  <a:gd name="connsiteX9" fmla="*/ 247650 w 497055"/>
                  <a:gd name="connsiteY9" fmla="*/ 142875 h 476876"/>
                  <a:gd name="connsiteX10" fmla="*/ 219075 w 497055"/>
                  <a:gd name="connsiteY10" fmla="*/ 114300 h 476876"/>
                  <a:gd name="connsiteX11" fmla="*/ 109538 w 497055"/>
                  <a:gd name="connsiteY11" fmla="*/ 0 h 476876"/>
                  <a:gd name="connsiteX12" fmla="*/ 0 w 497055"/>
                  <a:gd name="connsiteY12" fmla="*/ 114300 h 476876"/>
                  <a:gd name="connsiteX13" fmla="*/ 60960 w 497055"/>
                  <a:gd name="connsiteY13" fmla="*/ 216218 h 476876"/>
                  <a:gd name="connsiteX14" fmla="*/ 58102 w 497055"/>
                  <a:gd name="connsiteY14" fmla="*/ 239077 h 476876"/>
                  <a:gd name="connsiteX15" fmla="*/ 148590 w 497055"/>
                  <a:gd name="connsiteY15" fmla="*/ 333375 h 476876"/>
                  <a:gd name="connsiteX16" fmla="*/ 204788 w 497055"/>
                  <a:gd name="connsiteY16" fmla="*/ 313373 h 476876"/>
                  <a:gd name="connsiteX17" fmla="*/ 286703 w 497055"/>
                  <a:gd name="connsiteY17" fmla="*/ 352425 h 476876"/>
                  <a:gd name="connsiteX18" fmla="*/ 394893 w 497055"/>
                  <a:gd name="connsiteY18" fmla="*/ 375064 h 476876"/>
                  <a:gd name="connsiteX19" fmla="*/ 439103 w 497055"/>
                  <a:gd name="connsiteY19" fmla="*/ 400050 h 476876"/>
                  <a:gd name="connsiteX20" fmla="*/ 457478 w 497055"/>
                  <a:gd name="connsiteY20" fmla="*/ 397336 h 476876"/>
                  <a:gd name="connsiteX21" fmla="*/ 496253 w 497055"/>
                  <a:gd name="connsiteY21" fmla="*/ 476250 h 476876"/>
                  <a:gd name="connsiteX22" fmla="*/ 456584 w 497055"/>
                  <a:gd name="connsiteY22" fmla="*/ 353697 h 476876"/>
                  <a:gd name="connsiteX0" fmla="*/ 456584 w 497055"/>
                  <a:gd name="connsiteY0" fmla="*/ 353697 h 476876"/>
                  <a:gd name="connsiteX1" fmla="*/ 472137 w 497055"/>
                  <a:gd name="connsiteY1" fmla="*/ 381160 h 476876"/>
                  <a:gd name="connsiteX2" fmla="*/ 448549 w 497055"/>
                  <a:gd name="connsiteY2" fmla="*/ 327851 h 476876"/>
                  <a:gd name="connsiteX3" fmla="*/ 371475 w 497055"/>
                  <a:gd name="connsiteY3" fmla="*/ 276225 h 476876"/>
                  <a:gd name="connsiteX4" fmla="*/ 342900 w 497055"/>
                  <a:gd name="connsiteY4" fmla="*/ 247650 h 476876"/>
                  <a:gd name="connsiteX5" fmla="*/ 342900 w 497055"/>
                  <a:gd name="connsiteY5" fmla="*/ 247650 h 476876"/>
                  <a:gd name="connsiteX6" fmla="*/ 342900 w 497055"/>
                  <a:gd name="connsiteY6" fmla="*/ 247650 h 476876"/>
                  <a:gd name="connsiteX7" fmla="*/ 342900 w 497055"/>
                  <a:gd name="connsiteY7" fmla="*/ 247650 h 476876"/>
                  <a:gd name="connsiteX8" fmla="*/ 342900 w 497055"/>
                  <a:gd name="connsiteY8" fmla="*/ 238125 h 476876"/>
                  <a:gd name="connsiteX9" fmla="*/ 247650 w 497055"/>
                  <a:gd name="connsiteY9" fmla="*/ 142875 h 476876"/>
                  <a:gd name="connsiteX10" fmla="*/ 219075 w 497055"/>
                  <a:gd name="connsiteY10" fmla="*/ 114300 h 476876"/>
                  <a:gd name="connsiteX11" fmla="*/ 109538 w 497055"/>
                  <a:gd name="connsiteY11" fmla="*/ 0 h 476876"/>
                  <a:gd name="connsiteX12" fmla="*/ 0 w 497055"/>
                  <a:gd name="connsiteY12" fmla="*/ 114300 h 476876"/>
                  <a:gd name="connsiteX13" fmla="*/ 60960 w 497055"/>
                  <a:gd name="connsiteY13" fmla="*/ 216218 h 476876"/>
                  <a:gd name="connsiteX14" fmla="*/ 58102 w 497055"/>
                  <a:gd name="connsiteY14" fmla="*/ 239077 h 476876"/>
                  <a:gd name="connsiteX15" fmla="*/ 148590 w 497055"/>
                  <a:gd name="connsiteY15" fmla="*/ 333375 h 476876"/>
                  <a:gd name="connsiteX16" fmla="*/ 204788 w 497055"/>
                  <a:gd name="connsiteY16" fmla="*/ 313373 h 476876"/>
                  <a:gd name="connsiteX17" fmla="*/ 286703 w 497055"/>
                  <a:gd name="connsiteY17" fmla="*/ 352425 h 476876"/>
                  <a:gd name="connsiteX18" fmla="*/ 394893 w 497055"/>
                  <a:gd name="connsiteY18" fmla="*/ 375064 h 476876"/>
                  <a:gd name="connsiteX19" fmla="*/ 439103 w 497055"/>
                  <a:gd name="connsiteY19" fmla="*/ 400050 h 476876"/>
                  <a:gd name="connsiteX20" fmla="*/ 496253 w 497055"/>
                  <a:gd name="connsiteY20" fmla="*/ 476250 h 476876"/>
                  <a:gd name="connsiteX21" fmla="*/ 456584 w 497055"/>
                  <a:gd name="connsiteY21" fmla="*/ 353697 h 476876"/>
                  <a:gd name="connsiteX0" fmla="*/ 456584 w 497055"/>
                  <a:gd name="connsiteY0" fmla="*/ 353697 h 476876"/>
                  <a:gd name="connsiteX1" fmla="*/ 448549 w 497055"/>
                  <a:gd name="connsiteY1" fmla="*/ 327851 h 476876"/>
                  <a:gd name="connsiteX2" fmla="*/ 371475 w 497055"/>
                  <a:gd name="connsiteY2" fmla="*/ 276225 h 476876"/>
                  <a:gd name="connsiteX3" fmla="*/ 342900 w 497055"/>
                  <a:gd name="connsiteY3" fmla="*/ 247650 h 476876"/>
                  <a:gd name="connsiteX4" fmla="*/ 342900 w 497055"/>
                  <a:gd name="connsiteY4" fmla="*/ 247650 h 476876"/>
                  <a:gd name="connsiteX5" fmla="*/ 342900 w 497055"/>
                  <a:gd name="connsiteY5" fmla="*/ 247650 h 476876"/>
                  <a:gd name="connsiteX6" fmla="*/ 342900 w 497055"/>
                  <a:gd name="connsiteY6" fmla="*/ 247650 h 476876"/>
                  <a:gd name="connsiteX7" fmla="*/ 342900 w 497055"/>
                  <a:gd name="connsiteY7" fmla="*/ 238125 h 476876"/>
                  <a:gd name="connsiteX8" fmla="*/ 247650 w 497055"/>
                  <a:gd name="connsiteY8" fmla="*/ 142875 h 476876"/>
                  <a:gd name="connsiteX9" fmla="*/ 219075 w 497055"/>
                  <a:gd name="connsiteY9" fmla="*/ 114300 h 476876"/>
                  <a:gd name="connsiteX10" fmla="*/ 109538 w 497055"/>
                  <a:gd name="connsiteY10" fmla="*/ 0 h 476876"/>
                  <a:gd name="connsiteX11" fmla="*/ 0 w 497055"/>
                  <a:gd name="connsiteY11" fmla="*/ 114300 h 476876"/>
                  <a:gd name="connsiteX12" fmla="*/ 60960 w 497055"/>
                  <a:gd name="connsiteY12" fmla="*/ 216218 h 476876"/>
                  <a:gd name="connsiteX13" fmla="*/ 58102 w 497055"/>
                  <a:gd name="connsiteY13" fmla="*/ 239077 h 476876"/>
                  <a:gd name="connsiteX14" fmla="*/ 148590 w 497055"/>
                  <a:gd name="connsiteY14" fmla="*/ 333375 h 476876"/>
                  <a:gd name="connsiteX15" fmla="*/ 204788 w 497055"/>
                  <a:gd name="connsiteY15" fmla="*/ 313373 h 476876"/>
                  <a:gd name="connsiteX16" fmla="*/ 286703 w 497055"/>
                  <a:gd name="connsiteY16" fmla="*/ 352425 h 476876"/>
                  <a:gd name="connsiteX17" fmla="*/ 394893 w 497055"/>
                  <a:gd name="connsiteY17" fmla="*/ 375064 h 476876"/>
                  <a:gd name="connsiteX18" fmla="*/ 439103 w 497055"/>
                  <a:gd name="connsiteY18" fmla="*/ 400050 h 476876"/>
                  <a:gd name="connsiteX19" fmla="*/ 496253 w 497055"/>
                  <a:gd name="connsiteY19" fmla="*/ 476250 h 476876"/>
                  <a:gd name="connsiteX20" fmla="*/ 456584 w 497055"/>
                  <a:gd name="connsiteY20" fmla="*/ 353697 h 476876"/>
                  <a:gd name="connsiteX0" fmla="*/ 456584 w 497055"/>
                  <a:gd name="connsiteY0" fmla="*/ 353697 h 476876"/>
                  <a:gd name="connsiteX1" fmla="*/ 448549 w 497055"/>
                  <a:gd name="connsiteY1" fmla="*/ 327851 h 476876"/>
                  <a:gd name="connsiteX2" fmla="*/ 371475 w 497055"/>
                  <a:gd name="connsiteY2" fmla="*/ 276225 h 476876"/>
                  <a:gd name="connsiteX3" fmla="*/ 342900 w 497055"/>
                  <a:gd name="connsiteY3" fmla="*/ 247650 h 476876"/>
                  <a:gd name="connsiteX4" fmla="*/ 342900 w 497055"/>
                  <a:gd name="connsiteY4" fmla="*/ 247650 h 476876"/>
                  <a:gd name="connsiteX5" fmla="*/ 342900 w 497055"/>
                  <a:gd name="connsiteY5" fmla="*/ 247650 h 476876"/>
                  <a:gd name="connsiteX6" fmla="*/ 342900 w 497055"/>
                  <a:gd name="connsiteY6" fmla="*/ 247650 h 476876"/>
                  <a:gd name="connsiteX7" fmla="*/ 342900 w 497055"/>
                  <a:gd name="connsiteY7" fmla="*/ 238125 h 476876"/>
                  <a:gd name="connsiteX8" fmla="*/ 247650 w 497055"/>
                  <a:gd name="connsiteY8" fmla="*/ 142875 h 476876"/>
                  <a:gd name="connsiteX9" fmla="*/ 219075 w 497055"/>
                  <a:gd name="connsiteY9" fmla="*/ 114300 h 476876"/>
                  <a:gd name="connsiteX10" fmla="*/ 109538 w 497055"/>
                  <a:gd name="connsiteY10" fmla="*/ 0 h 476876"/>
                  <a:gd name="connsiteX11" fmla="*/ 0 w 497055"/>
                  <a:gd name="connsiteY11" fmla="*/ 114300 h 476876"/>
                  <a:gd name="connsiteX12" fmla="*/ 60960 w 497055"/>
                  <a:gd name="connsiteY12" fmla="*/ 216218 h 476876"/>
                  <a:gd name="connsiteX13" fmla="*/ 58102 w 497055"/>
                  <a:gd name="connsiteY13" fmla="*/ 239077 h 476876"/>
                  <a:gd name="connsiteX14" fmla="*/ 148590 w 497055"/>
                  <a:gd name="connsiteY14" fmla="*/ 333375 h 476876"/>
                  <a:gd name="connsiteX15" fmla="*/ 204788 w 497055"/>
                  <a:gd name="connsiteY15" fmla="*/ 313373 h 476876"/>
                  <a:gd name="connsiteX16" fmla="*/ 286703 w 497055"/>
                  <a:gd name="connsiteY16" fmla="*/ 352425 h 476876"/>
                  <a:gd name="connsiteX17" fmla="*/ 394893 w 497055"/>
                  <a:gd name="connsiteY17" fmla="*/ 375064 h 476876"/>
                  <a:gd name="connsiteX18" fmla="*/ 453839 w 497055"/>
                  <a:gd name="connsiteY18" fmla="*/ 397380 h 476876"/>
                  <a:gd name="connsiteX19" fmla="*/ 496253 w 497055"/>
                  <a:gd name="connsiteY19" fmla="*/ 476250 h 476876"/>
                  <a:gd name="connsiteX20" fmla="*/ 456584 w 497055"/>
                  <a:gd name="connsiteY20" fmla="*/ 353697 h 476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97055" h="476876">
                    <a:moveTo>
                      <a:pt x="456584" y="353697"/>
                    </a:moveTo>
                    <a:cubicBezTo>
                      <a:pt x="448633" y="328964"/>
                      <a:pt x="462734" y="340763"/>
                      <a:pt x="448549" y="327851"/>
                    </a:cubicBezTo>
                    <a:cubicBezTo>
                      <a:pt x="434364" y="314939"/>
                      <a:pt x="389083" y="289592"/>
                      <a:pt x="371475" y="276225"/>
                    </a:cubicBezTo>
                    <a:cubicBezTo>
                      <a:pt x="353867" y="262858"/>
                      <a:pt x="342900" y="263843"/>
                      <a:pt x="342900" y="247650"/>
                    </a:cubicBezTo>
                    <a:lnTo>
                      <a:pt x="342900" y="247650"/>
                    </a:lnTo>
                    <a:lnTo>
                      <a:pt x="342900" y="247650"/>
                    </a:lnTo>
                    <a:lnTo>
                      <a:pt x="342900" y="247650"/>
                    </a:lnTo>
                    <a:lnTo>
                      <a:pt x="342900" y="238125"/>
                    </a:lnTo>
                    <a:cubicBezTo>
                      <a:pt x="342900" y="185738"/>
                      <a:pt x="300038" y="142875"/>
                      <a:pt x="247650" y="142875"/>
                    </a:cubicBezTo>
                    <a:cubicBezTo>
                      <a:pt x="231458" y="142875"/>
                      <a:pt x="219075" y="130493"/>
                      <a:pt x="219075" y="114300"/>
                    </a:cubicBezTo>
                    <a:cubicBezTo>
                      <a:pt x="219075" y="51435"/>
                      <a:pt x="170498" y="0"/>
                      <a:pt x="109538" y="0"/>
                    </a:cubicBezTo>
                    <a:cubicBezTo>
                      <a:pt x="48577" y="0"/>
                      <a:pt x="0" y="51435"/>
                      <a:pt x="0" y="114300"/>
                    </a:cubicBezTo>
                    <a:cubicBezTo>
                      <a:pt x="0" y="159068"/>
                      <a:pt x="24765" y="198120"/>
                      <a:pt x="60960" y="216218"/>
                    </a:cubicBezTo>
                    <a:cubicBezTo>
                      <a:pt x="59055" y="223838"/>
                      <a:pt x="58102" y="231458"/>
                      <a:pt x="58102" y="239077"/>
                    </a:cubicBezTo>
                    <a:cubicBezTo>
                      <a:pt x="58102" y="291465"/>
                      <a:pt x="98107" y="333375"/>
                      <a:pt x="148590" y="333375"/>
                    </a:cubicBezTo>
                    <a:cubicBezTo>
                      <a:pt x="169545" y="333375"/>
                      <a:pt x="189548" y="325755"/>
                      <a:pt x="204788" y="313373"/>
                    </a:cubicBezTo>
                    <a:cubicBezTo>
                      <a:pt x="223838" y="337185"/>
                      <a:pt x="253365" y="352425"/>
                      <a:pt x="286703" y="352425"/>
                    </a:cubicBezTo>
                    <a:cubicBezTo>
                      <a:pt x="321628" y="352425"/>
                      <a:pt x="359968" y="375064"/>
                      <a:pt x="394893" y="375064"/>
                    </a:cubicBezTo>
                    <a:cubicBezTo>
                      <a:pt x="421563" y="375064"/>
                      <a:pt x="453839" y="370710"/>
                      <a:pt x="453839" y="397380"/>
                    </a:cubicBezTo>
                    <a:lnTo>
                      <a:pt x="496253" y="476250"/>
                    </a:lnTo>
                    <a:cubicBezTo>
                      <a:pt x="502777" y="486153"/>
                      <a:pt x="467723" y="375724"/>
                      <a:pt x="456584" y="353697"/>
                    </a:cubicBez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pic>
          <p:nvPicPr>
            <p:cNvPr id="1070" name="Gráfico 1069" descr="Trabalhador de construção estrutura de tópicos">
              <a:extLst>
                <a:ext uri="{FF2B5EF4-FFF2-40B4-BE49-F238E27FC236}">
                  <a16:creationId xmlns:a16="http://schemas.microsoft.com/office/drawing/2014/main" id="{8058CCC7-CF01-A621-4FA2-6E90AE05E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532581" y="3077773"/>
              <a:ext cx="914400" cy="914400"/>
            </a:xfrm>
            <a:prstGeom prst="rect">
              <a:avLst/>
            </a:prstGeom>
          </p:spPr>
        </p:pic>
      </p:grpSp>
      <p:pic>
        <p:nvPicPr>
          <p:cNvPr id="4" name="Espaço Reservado para Conteúdo 5">
            <a:extLst>
              <a:ext uri="{FF2B5EF4-FFF2-40B4-BE49-F238E27FC236}">
                <a16:creationId xmlns:a16="http://schemas.microsoft.com/office/drawing/2014/main" id="{2B685277-B826-0491-25CF-7875F7A02A67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" t="34620" r="65350"/>
          <a:stretch/>
        </p:blipFill>
        <p:spPr>
          <a:xfrm>
            <a:off x="0" y="6467851"/>
            <a:ext cx="12199170" cy="402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311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729"/>
        </a:solidFill>
        <a:effectLst/>
      </p:bgPr>
    </p:bg>
    <p:spTree>
      <p:nvGrpSpPr>
        <p:cNvPr id="1" name="Shape 1039">
          <a:extLst>
            <a:ext uri="{FF2B5EF4-FFF2-40B4-BE49-F238E27FC236}">
              <a16:creationId xmlns:a16="http://schemas.microsoft.com/office/drawing/2014/main" id="{06A818EA-6AB3-DEDA-780C-23D0EBA4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Forma em L 1124">
            <a:extLst>
              <a:ext uri="{FF2B5EF4-FFF2-40B4-BE49-F238E27FC236}">
                <a16:creationId xmlns:a16="http://schemas.microsoft.com/office/drawing/2014/main" id="{594B7721-3063-104C-1B5A-5E531C4E9A28}"/>
              </a:ext>
            </a:extLst>
          </p:cNvPr>
          <p:cNvSpPr/>
          <p:nvPr/>
        </p:nvSpPr>
        <p:spPr>
          <a:xfrm rot="13684090">
            <a:off x="2124231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26" name="Forma em L 1125">
            <a:extLst>
              <a:ext uri="{FF2B5EF4-FFF2-40B4-BE49-F238E27FC236}">
                <a16:creationId xmlns:a16="http://schemas.microsoft.com/office/drawing/2014/main" id="{E2826180-8E45-B9B2-4DE6-F3D7946E0EBC}"/>
              </a:ext>
            </a:extLst>
          </p:cNvPr>
          <p:cNvSpPr/>
          <p:nvPr/>
        </p:nvSpPr>
        <p:spPr>
          <a:xfrm rot="13684090">
            <a:off x="2356988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27" name="Forma em L 1126">
            <a:extLst>
              <a:ext uri="{FF2B5EF4-FFF2-40B4-BE49-F238E27FC236}">
                <a16:creationId xmlns:a16="http://schemas.microsoft.com/office/drawing/2014/main" id="{95BA1ACF-59E4-9B56-EC70-2BDD93C2EE88}"/>
              </a:ext>
            </a:extLst>
          </p:cNvPr>
          <p:cNvSpPr/>
          <p:nvPr/>
        </p:nvSpPr>
        <p:spPr>
          <a:xfrm rot="13684090">
            <a:off x="2589745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70" name="Forma em L 1169">
            <a:extLst>
              <a:ext uri="{FF2B5EF4-FFF2-40B4-BE49-F238E27FC236}">
                <a16:creationId xmlns:a16="http://schemas.microsoft.com/office/drawing/2014/main" id="{FB1C8B4B-B694-2CC8-CFF6-C48FE47000E9}"/>
              </a:ext>
            </a:extLst>
          </p:cNvPr>
          <p:cNvSpPr/>
          <p:nvPr/>
        </p:nvSpPr>
        <p:spPr>
          <a:xfrm rot="13684090">
            <a:off x="11558147" y="3114839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71" name="Forma em L 1170">
            <a:extLst>
              <a:ext uri="{FF2B5EF4-FFF2-40B4-BE49-F238E27FC236}">
                <a16:creationId xmlns:a16="http://schemas.microsoft.com/office/drawing/2014/main" id="{09DDE986-ABE7-C649-BFE8-8B78FED47A5D}"/>
              </a:ext>
            </a:extLst>
          </p:cNvPr>
          <p:cNvSpPr/>
          <p:nvPr/>
        </p:nvSpPr>
        <p:spPr>
          <a:xfrm rot="13684090">
            <a:off x="11790904" y="3114839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3" name="Forma em L 1162">
            <a:extLst>
              <a:ext uri="{FF2B5EF4-FFF2-40B4-BE49-F238E27FC236}">
                <a16:creationId xmlns:a16="http://schemas.microsoft.com/office/drawing/2014/main" id="{7C145370-E46E-E689-FFE0-1FABC857122F}"/>
              </a:ext>
            </a:extLst>
          </p:cNvPr>
          <p:cNvSpPr/>
          <p:nvPr/>
        </p:nvSpPr>
        <p:spPr>
          <a:xfrm rot="13684090">
            <a:off x="-295284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4" name="Forma em L 1163">
            <a:extLst>
              <a:ext uri="{FF2B5EF4-FFF2-40B4-BE49-F238E27FC236}">
                <a16:creationId xmlns:a16="http://schemas.microsoft.com/office/drawing/2014/main" id="{BFFC068C-9102-93AD-7AAE-70EC02750A8D}"/>
              </a:ext>
            </a:extLst>
          </p:cNvPr>
          <p:cNvSpPr/>
          <p:nvPr/>
        </p:nvSpPr>
        <p:spPr>
          <a:xfrm rot="13684090">
            <a:off x="-62527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5" name="Forma em L 1164">
            <a:extLst>
              <a:ext uri="{FF2B5EF4-FFF2-40B4-BE49-F238E27FC236}">
                <a16:creationId xmlns:a16="http://schemas.microsoft.com/office/drawing/2014/main" id="{F26B2C19-BEEF-DBFE-5547-F222E1692DA8}"/>
              </a:ext>
            </a:extLst>
          </p:cNvPr>
          <p:cNvSpPr/>
          <p:nvPr/>
        </p:nvSpPr>
        <p:spPr>
          <a:xfrm rot="13684090">
            <a:off x="170230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6" name="Forma em L 1165">
            <a:extLst>
              <a:ext uri="{FF2B5EF4-FFF2-40B4-BE49-F238E27FC236}">
                <a16:creationId xmlns:a16="http://schemas.microsoft.com/office/drawing/2014/main" id="{012C6FA2-2273-0518-37D4-9E2CFB8E5929}"/>
              </a:ext>
            </a:extLst>
          </p:cNvPr>
          <p:cNvSpPr/>
          <p:nvPr/>
        </p:nvSpPr>
        <p:spPr>
          <a:xfrm rot="13684090">
            <a:off x="402987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7" name="Forma em L 1166">
            <a:extLst>
              <a:ext uri="{FF2B5EF4-FFF2-40B4-BE49-F238E27FC236}">
                <a16:creationId xmlns:a16="http://schemas.microsoft.com/office/drawing/2014/main" id="{5F23DD33-B2A8-E191-8F4A-309F833AD73A}"/>
              </a:ext>
            </a:extLst>
          </p:cNvPr>
          <p:cNvSpPr/>
          <p:nvPr/>
        </p:nvSpPr>
        <p:spPr>
          <a:xfrm rot="13684090">
            <a:off x="635744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0" name="Forma em L 1159">
            <a:extLst>
              <a:ext uri="{FF2B5EF4-FFF2-40B4-BE49-F238E27FC236}">
                <a16:creationId xmlns:a16="http://schemas.microsoft.com/office/drawing/2014/main" id="{40F5338E-9E5E-DD04-1D84-191BFEF2ACF1}"/>
              </a:ext>
            </a:extLst>
          </p:cNvPr>
          <p:cNvSpPr/>
          <p:nvPr/>
        </p:nvSpPr>
        <p:spPr>
          <a:xfrm rot="13684090">
            <a:off x="1677519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1" name="Forma em L 1160">
            <a:extLst>
              <a:ext uri="{FF2B5EF4-FFF2-40B4-BE49-F238E27FC236}">
                <a16:creationId xmlns:a16="http://schemas.microsoft.com/office/drawing/2014/main" id="{AB10D897-37A7-EAA1-3A24-6A7B6340F580}"/>
              </a:ext>
            </a:extLst>
          </p:cNvPr>
          <p:cNvSpPr/>
          <p:nvPr/>
        </p:nvSpPr>
        <p:spPr>
          <a:xfrm rot="13684090">
            <a:off x="10270722" y="3092975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24" name="Forma em L 1123">
            <a:extLst>
              <a:ext uri="{FF2B5EF4-FFF2-40B4-BE49-F238E27FC236}">
                <a16:creationId xmlns:a16="http://schemas.microsoft.com/office/drawing/2014/main" id="{E49B2DD7-3E9C-E436-F8DA-976E20CABEC4}"/>
              </a:ext>
            </a:extLst>
          </p:cNvPr>
          <p:cNvSpPr/>
          <p:nvPr/>
        </p:nvSpPr>
        <p:spPr>
          <a:xfrm rot="13684090">
            <a:off x="1891474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28" name="Forma em L 1127">
            <a:extLst>
              <a:ext uri="{FF2B5EF4-FFF2-40B4-BE49-F238E27FC236}">
                <a16:creationId xmlns:a16="http://schemas.microsoft.com/office/drawing/2014/main" id="{9ED81BC6-6032-2830-246A-11D39DBBCA9E}"/>
              </a:ext>
            </a:extLst>
          </p:cNvPr>
          <p:cNvSpPr/>
          <p:nvPr/>
        </p:nvSpPr>
        <p:spPr>
          <a:xfrm rot="13684090">
            <a:off x="2822502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29" name="Forma em L 1128">
            <a:extLst>
              <a:ext uri="{FF2B5EF4-FFF2-40B4-BE49-F238E27FC236}">
                <a16:creationId xmlns:a16="http://schemas.microsoft.com/office/drawing/2014/main" id="{67CD3837-1C30-9731-F6C5-3AAB73B963C5}"/>
              </a:ext>
            </a:extLst>
          </p:cNvPr>
          <p:cNvSpPr/>
          <p:nvPr/>
        </p:nvSpPr>
        <p:spPr>
          <a:xfrm rot="13684090">
            <a:off x="3055259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0" name="Forma em L 1129">
            <a:extLst>
              <a:ext uri="{FF2B5EF4-FFF2-40B4-BE49-F238E27FC236}">
                <a16:creationId xmlns:a16="http://schemas.microsoft.com/office/drawing/2014/main" id="{D2E48FF7-5268-C618-A13D-B0D7286AC021}"/>
              </a:ext>
            </a:extLst>
          </p:cNvPr>
          <p:cNvSpPr/>
          <p:nvPr/>
        </p:nvSpPr>
        <p:spPr>
          <a:xfrm rot="13684090">
            <a:off x="3288016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1" name="Forma em L 1130">
            <a:extLst>
              <a:ext uri="{FF2B5EF4-FFF2-40B4-BE49-F238E27FC236}">
                <a16:creationId xmlns:a16="http://schemas.microsoft.com/office/drawing/2014/main" id="{448C7913-4E5F-22B0-F7D2-F189466F45D7}"/>
              </a:ext>
            </a:extLst>
          </p:cNvPr>
          <p:cNvSpPr/>
          <p:nvPr/>
        </p:nvSpPr>
        <p:spPr>
          <a:xfrm rot="13684090">
            <a:off x="3520773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2" name="Forma em L 1131">
            <a:extLst>
              <a:ext uri="{FF2B5EF4-FFF2-40B4-BE49-F238E27FC236}">
                <a16:creationId xmlns:a16="http://schemas.microsoft.com/office/drawing/2014/main" id="{562880E6-CF74-67B0-FF75-0CFA6A15048F}"/>
              </a:ext>
            </a:extLst>
          </p:cNvPr>
          <p:cNvSpPr/>
          <p:nvPr/>
        </p:nvSpPr>
        <p:spPr>
          <a:xfrm rot="13684090">
            <a:off x="3753530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3" name="Forma em L 1132">
            <a:extLst>
              <a:ext uri="{FF2B5EF4-FFF2-40B4-BE49-F238E27FC236}">
                <a16:creationId xmlns:a16="http://schemas.microsoft.com/office/drawing/2014/main" id="{B374C720-E102-1FB0-03ED-0FD663605D44}"/>
              </a:ext>
            </a:extLst>
          </p:cNvPr>
          <p:cNvSpPr/>
          <p:nvPr/>
        </p:nvSpPr>
        <p:spPr>
          <a:xfrm rot="13684090">
            <a:off x="3986287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4" name="Forma em L 1133">
            <a:extLst>
              <a:ext uri="{FF2B5EF4-FFF2-40B4-BE49-F238E27FC236}">
                <a16:creationId xmlns:a16="http://schemas.microsoft.com/office/drawing/2014/main" id="{5163D0FD-6B86-59F9-0DFC-EB2F27478284}"/>
              </a:ext>
            </a:extLst>
          </p:cNvPr>
          <p:cNvSpPr/>
          <p:nvPr/>
        </p:nvSpPr>
        <p:spPr>
          <a:xfrm rot="13684090">
            <a:off x="4219044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5" name="Forma em L 1134">
            <a:extLst>
              <a:ext uri="{FF2B5EF4-FFF2-40B4-BE49-F238E27FC236}">
                <a16:creationId xmlns:a16="http://schemas.microsoft.com/office/drawing/2014/main" id="{8AFB40EE-EA5E-6B03-8872-792E8E0CE1B9}"/>
              </a:ext>
            </a:extLst>
          </p:cNvPr>
          <p:cNvSpPr/>
          <p:nvPr/>
        </p:nvSpPr>
        <p:spPr>
          <a:xfrm rot="13684090">
            <a:off x="4451801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6" name="Forma em L 1135">
            <a:extLst>
              <a:ext uri="{FF2B5EF4-FFF2-40B4-BE49-F238E27FC236}">
                <a16:creationId xmlns:a16="http://schemas.microsoft.com/office/drawing/2014/main" id="{A595F59B-B16D-0211-A1F6-1F2BEDE70254}"/>
              </a:ext>
            </a:extLst>
          </p:cNvPr>
          <p:cNvSpPr/>
          <p:nvPr/>
        </p:nvSpPr>
        <p:spPr>
          <a:xfrm rot="13684090">
            <a:off x="4684558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7" name="Forma em L 1136">
            <a:extLst>
              <a:ext uri="{FF2B5EF4-FFF2-40B4-BE49-F238E27FC236}">
                <a16:creationId xmlns:a16="http://schemas.microsoft.com/office/drawing/2014/main" id="{FB25FEDA-B6CE-FB75-F3F4-24D795DFC4F7}"/>
              </a:ext>
            </a:extLst>
          </p:cNvPr>
          <p:cNvSpPr/>
          <p:nvPr/>
        </p:nvSpPr>
        <p:spPr>
          <a:xfrm rot="13684090">
            <a:off x="4917315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8" name="Forma em L 1137">
            <a:extLst>
              <a:ext uri="{FF2B5EF4-FFF2-40B4-BE49-F238E27FC236}">
                <a16:creationId xmlns:a16="http://schemas.microsoft.com/office/drawing/2014/main" id="{3C99D5D9-1F99-E4BB-2638-F875215C64B2}"/>
              </a:ext>
            </a:extLst>
          </p:cNvPr>
          <p:cNvSpPr/>
          <p:nvPr/>
        </p:nvSpPr>
        <p:spPr>
          <a:xfrm rot="13684090">
            <a:off x="5150072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9" name="Forma em L 1138">
            <a:extLst>
              <a:ext uri="{FF2B5EF4-FFF2-40B4-BE49-F238E27FC236}">
                <a16:creationId xmlns:a16="http://schemas.microsoft.com/office/drawing/2014/main" id="{4EFC9A1C-DE26-4564-44C9-F6CC1BA9567E}"/>
              </a:ext>
            </a:extLst>
          </p:cNvPr>
          <p:cNvSpPr/>
          <p:nvPr/>
        </p:nvSpPr>
        <p:spPr>
          <a:xfrm rot="13684090">
            <a:off x="5382829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0" name="Forma em L 1139">
            <a:extLst>
              <a:ext uri="{FF2B5EF4-FFF2-40B4-BE49-F238E27FC236}">
                <a16:creationId xmlns:a16="http://schemas.microsoft.com/office/drawing/2014/main" id="{A387E5DB-51E7-5A0A-7F9C-1EBDAE48C7D2}"/>
              </a:ext>
            </a:extLst>
          </p:cNvPr>
          <p:cNvSpPr/>
          <p:nvPr/>
        </p:nvSpPr>
        <p:spPr>
          <a:xfrm rot="13684090">
            <a:off x="5615586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1" name="Forma em L 1140">
            <a:extLst>
              <a:ext uri="{FF2B5EF4-FFF2-40B4-BE49-F238E27FC236}">
                <a16:creationId xmlns:a16="http://schemas.microsoft.com/office/drawing/2014/main" id="{99A15B2D-02FF-A73F-F7FC-5A0FBFA8A7F0}"/>
              </a:ext>
            </a:extLst>
          </p:cNvPr>
          <p:cNvSpPr/>
          <p:nvPr/>
        </p:nvSpPr>
        <p:spPr>
          <a:xfrm rot="13684090">
            <a:off x="5848343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2" name="Forma em L 1141">
            <a:extLst>
              <a:ext uri="{FF2B5EF4-FFF2-40B4-BE49-F238E27FC236}">
                <a16:creationId xmlns:a16="http://schemas.microsoft.com/office/drawing/2014/main" id="{9E304698-14AE-AD15-D78D-817A28BA890B}"/>
              </a:ext>
            </a:extLst>
          </p:cNvPr>
          <p:cNvSpPr/>
          <p:nvPr/>
        </p:nvSpPr>
        <p:spPr>
          <a:xfrm rot="13684090">
            <a:off x="6081100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3" name="Forma em L 1142">
            <a:extLst>
              <a:ext uri="{FF2B5EF4-FFF2-40B4-BE49-F238E27FC236}">
                <a16:creationId xmlns:a16="http://schemas.microsoft.com/office/drawing/2014/main" id="{082EB012-0AC8-C062-CE55-AB82F4DD5684}"/>
              </a:ext>
            </a:extLst>
          </p:cNvPr>
          <p:cNvSpPr/>
          <p:nvPr/>
        </p:nvSpPr>
        <p:spPr>
          <a:xfrm rot="13684090">
            <a:off x="6313857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4" name="Forma em L 1143">
            <a:extLst>
              <a:ext uri="{FF2B5EF4-FFF2-40B4-BE49-F238E27FC236}">
                <a16:creationId xmlns:a16="http://schemas.microsoft.com/office/drawing/2014/main" id="{4C562EF9-17A6-0404-9045-0FAFF6CD6B7E}"/>
              </a:ext>
            </a:extLst>
          </p:cNvPr>
          <p:cNvSpPr/>
          <p:nvPr/>
        </p:nvSpPr>
        <p:spPr>
          <a:xfrm rot="13684090">
            <a:off x="6546614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5" name="Forma em L 1144">
            <a:extLst>
              <a:ext uri="{FF2B5EF4-FFF2-40B4-BE49-F238E27FC236}">
                <a16:creationId xmlns:a16="http://schemas.microsoft.com/office/drawing/2014/main" id="{7CEDB6F9-E3F1-BCE6-F3F8-03F277DC86BA}"/>
              </a:ext>
            </a:extLst>
          </p:cNvPr>
          <p:cNvSpPr/>
          <p:nvPr/>
        </p:nvSpPr>
        <p:spPr>
          <a:xfrm rot="13684090">
            <a:off x="6779371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6" name="Forma em L 1145">
            <a:extLst>
              <a:ext uri="{FF2B5EF4-FFF2-40B4-BE49-F238E27FC236}">
                <a16:creationId xmlns:a16="http://schemas.microsoft.com/office/drawing/2014/main" id="{DD8105B7-272D-8D0D-E70D-0AF5BCE51D30}"/>
              </a:ext>
            </a:extLst>
          </p:cNvPr>
          <p:cNvSpPr/>
          <p:nvPr/>
        </p:nvSpPr>
        <p:spPr>
          <a:xfrm rot="13684090">
            <a:off x="7012128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7" name="Forma em L 1146">
            <a:extLst>
              <a:ext uri="{FF2B5EF4-FFF2-40B4-BE49-F238E27FC236}">
                <a16:creationId xmlns:a16="http://schemas.microsoft.com/office/drawing/2014/main" id="{DBD70B14-2548-FD0B-225B-97B6644E2380}"/>
              </a:ext>
            </a:extLst>
          </p:cNvPr>
          <p:cNvSpPr/>
          <p:nvPr/>
        </p:nvSpPr>
        <p:spPr>
          <a:xfrm rot="13684090">
            <a:off x="7244885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8" name="Forma em L 1147">
            <a:extLst>
              <a:ext uri="{FF2B5EF4-FFF2-40B4-BE49-F238E27FC236}">
                <a16:creationId xmlns:a16="http://schemas.microsoft.com/office/drawing/2014/main" id="{52061591-7BBD-E5A4-1262-C94D25DB1445}"/>
              </a:ext>
            </a:extLst>
          </p:cNvPr>
          <p:cNvSpPr/>
          <p:nvPr/>
        </p:nvSpPr>
        <p:spPr>
          <a:xfrm rot="13684090">
            <a:off x="7477642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9" name="Forma em L 1148">
            <a:extLst>
              <a:ext uri="{FF2B5EF4-FFF2-40B4-BE49-F238E27FC236}">
                <a16:creationId xmlns:a16="http://schemas.microsoft.com/office/drawing/2014/main" id="{D52EC67E-40E3-7821-A4EE-78D35547C748}"/>
              </a:ext>
            </a:extLst>
          </p:cNvPr>
          <p:cNvSpPr/>
          <p:nvPr/>
        </p:nvSpPr>
        <p:spPr>
          <a:xfrm rot="13684090">
            <a:off x="7710399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0" name="Forma em L 1149">
            <a:extLst>
              <a:ext uri="{FF2B5EF4-FFF2-40B4-BE49-F238E27FC236}">
                <a16:creationId xmlns:a16="http://schemas.microsoft.com/office/drawing/2014/main" id="{08308E4F-9CCE-9B26-F045-E7EEE6FC9FC0}"/>
              </a:ext>
            </a:extLst>
          </p:cNvPr>
          <p:cNvSpPr/>
          <p:nvPr/>
        </p:nvSpPr>
        <p:spPr>
          <a:xfrm rot="13684090">
            <a:off x="7943156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1" name="Forma em L 1150">
            <a:extLst>
              <a:ext uri="{FF2B5EF4-FFF2-40B4-BE49-F238E27FC236}">
                <a16:creationId xmlns:a16="http://schemas.microsoft.com/office/drawing/2014/main" id="{B563D3A1-C9A3-A18C-5AA7-F89601294F9A}"/>
              </a:ext>
            </a:extLst>
          </p:cNvPr>
          <p:cNvSpPr/>
          <p:nvPr/>
        </p:nvSpPr>
        <p:spPr>
          <a:xfrm rot="13684090">
            <a:off x="8175913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2" name="Forma em L 1151">
            <a:extLst>
              <a:ext uri="{FF2B5EF4-FFF2-40B4-BE49-F238E27FC236}">
                <a16:creationId xmlns:a16="http://schemas.microsoft.com/office/drawing/2014/main" id="{C0F77030-5873-1C9D-26C9-6D6C9CFCE3FF}"/>
              </a:ext>
            </a:extLst>
          </p:cNvPr>
          <p:cNvSpPr/>
          <p:nvPr/>
        </p:nvSpPr>
        <p:spPr>
          <a:xfrm rot="13684090">
            <a:off x="8408670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3" name="Forma em L 1152">
            <a:extLst>
              <a:ext uri="{FF2B5EF4-FFF2-40B4-BE49-F238E27FC236}">
                <a16:creationId xmlns:a16="http://schemas.microsoft.com/office/drawing/2014/main" id="{0341C4C1-8AE3-042D-EDB3-19AD0B7B2C37}"/>
              </a:ext>
            </a:extLst>
          </p:cNvPr>
          <p:cNvSpPr/>
          <p:nvPr/>
        </p:nvSpPr>
        <p:spPr>
          <a:xfrm rot="13684090">
            <a:off x="8641427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4" name="Forma em L 1153">
            <a:extLst>
              <a:ext uri="{FF2B5EF4-FFF2-40B4-BE49-F238E27FC236}">
                <a16:creationId xmlns:a16="http://schemas.microsoft.com/office/drawing/2014/main" id="{3B58F4EF-2D68-BE87-04D7-4E149DA4661F}"/>
              </a:ext>
            </a:extLst>
          </p:cNvPr>
          <p:cNvSpPr/>
          <p:nvPr/>
        </p:nvSpPr>
        <p:spPr>
          <a:xfrm rot="13684090">
            <a:off x="8874184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5" name="Forma em L 1154">
            <a:extLst>
              <a:ext uri="{FF2B5EF4-FFF2-40B4-BE49-F238E27FC236}">
                <a16:creationId xmlns:a16="http://schemas.microsoft.com/office/drawing/2014/main" id="{6E882F13-5D66-F01B-AE3A-0D91859A39D4}"/>
              </a:ext>
            </a:extLst>
          </p:cNvPr>
          <p:cNvSpPr/>
          <p:nvPr/>
        </p:nvSpPr>
        <p:spPr>
          <a:xfrm rot="13684090">
            <a:off x="9106941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6" name="Forma em L 1155">
            <a:extLst>
              <a:ext uri="{FF2B5EF4-FFF2-40B4-BE49-F238E27FC236}">
                <a16:creationId xmlns:a16="http://schemas.microsoft.com/office/drawing/2014/main" id="{9C8166E1-E7E2-BEB2-8385-A94605F56BC5}"/>
              </a:ext>
            </a:extLst>
          </p:cNvPr>
          <p:cNvSpPr/>
          <p:nvPr/>
        </p:nvSpPr>
        <p:spPr>
          <a:xfrm rot="13684090">
            <a:off x="9339698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7" name="Forma em L 1156">
            <a:extLst>
              <a:ext uri="{FF2B5EF4-FFF2-40B4-BE49-F238E27FC236}">
                <a16:creationId xmlns:a16="http://schemas.microsoft.com/office/drawing/2014/main" id="{AEFD16B7-96C1-7528-EC55-468001EA328F}"/>
              </a:ext>
            </a:extLst>
          </p:cNvPr>
          <p:cNvSpPr/>
          <p:nvPr/>
        </p:nvSpPr>
        <p:spPr>
          <a:xfrm rot="13684090">
            <a:off x="9572455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8" name="Forma em L 1157">
            <a:extLst>
              <a:ext uri="{FF2B5EF4-FFF2-40B4-BE49-F238E27FC236}">
                <a16:creationId xmlns:a16="http://schemas.microsoft.com/office/drawing/2014/main" id="{7F18E526-3CB4-EA2A-3EFE-904623179F72}"/>
              </a:ext>
            </a:extLst>
          </p:cNvPr>
          <p:cNvSpPr/>
          <p:nvPr/>
        </p:nvSpPr>
        <p:spPr>
          <a:xfrm rot="13684090">
            <a:off x="9805212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9" name="Forma em L 1158">
            <a:extLst>
              <a:ext uri="{FF2B5EF4-FFF2-40B4-BE49-F238E27FC236}">
                <a16:creationId xmlns:a16="http://schemas.microsoft.com/office/drawing/2014/main" id="{9531B15E-3AE8-4AD1-4C16-2EDFE7BEE0B9}"/>
              </a:ext>
            </a:extLst>
          </p:cNvPr>
          <p:cNvSpPr/>
          <p:nvPr/>
        </p:nvSpPr>
        <p:spPr>
          <a:xfrm rot="13684090">
            <a:off x="10037964" y="3091271"/>
            <a:ext cx="405670" cy="405670"/>
          </a:xfrm>
          <a:prstGeom prst="corner">
            <a:avLst>
              <a:gd name="adj1" fmla="val 25138"/>
              <a:gd name="adj2" fmla="val 248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Google Shape;1040;p42">
            <a:extLst>
              <a:ext uri="{FF2B5EF4-FFF2-40B4-BE49-F238E27FC236}">
                <a16:creationId xmlns:a16="http://schemas.microsoft.com/office/drawing/2014/main" id="{4EDE6A4D-2BF1-C6A8-6B24-BE2240E68493}"/>
              </a:ext>
            </a:extLst>
          </p:cNvPr>
          <p:cNvSpPr txBox="1">
            <a:spLocks/>
          </p:cNvSpPr>
          <p:nvPr/>
        </p:nvSpPr>
        <p:spPr>
          <a:xfrm>
            <a:off x="702824" y="95562"/>
            <a:ext cx="11489175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3467" dirty="0">
                <a:solidFill>
                  <a:schemeClr val="bg1"/>
                </a:solidFill>
                <a:latin typeface="Raleway Black"/>
              </a:rPr>
              <a:t>Gerenciador de Chamados – Etapas</a:t>
            </a:r>
            <a:endParaRPr lang="pt-BR" sz="3467" dirty="0">
              <a:solidFill>
                <a:schemeClr val="bg1"/>
              </a:solidFill>
              <a:latin typeface="Raleway Black"/>
              <a:sym typeface="Raleway Black"/>
            </a:endParaRPr>
          </a:p>
        </p:txBody>
      </p:sp>
      <p:pic>
        <p:nvPicPr>
          <p:cNvPr id="2" name="Espaço Reservado para Conteúdo 5">
            <a:extLst>
              <a:ext uri="{FF2B5EF4-FFF2-40B4-BE49-F238E27FC236}">
                <a16:creationId xmlns:a16="http://schemas.microsoft.com/office/drawing/2014/main" id="{1BA3CB9B-84CC-8B3F-F54D-EE1A27D4CE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" t="34620" r="65350"/>
          <a:stretch/>
        </p:blipFill>
        <p:spPr>
          <a:xfrm>
            <a:off x="0" y="6467851"/>
            <a:ext cx="12199170" cy="402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CaixaDeTexto 1046">
            <a:extLst>
              <a:ext uri="{FF2B5EF4-FFF2-40B4-BE49-F238E27FC236}">
                <a16:creationId xmlns:a16="http://schemas.microsoft.com/office/drawing/2014/main" id="{13D38A4F-7B17-DEAF-EE62-F0271741A193}"/>
              </a:ext>
            </a:extLst>
          </p:cNvPr>
          <p:cNvSpPr txBox="1"/>
          <p:nvPr/>
        </p:nvSpPr>
        <p:spPr>
          <a:xfrm>
            <a:off x="555871" y="3917163"/>
            <a:ext cx="17479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</a:rPr>
              <a:t>Time Operacional</a:t>
            </a:r>
            <a:endParaRPr lang="pt-BR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pt-BR" sz="1200" dirty="0">
                <a:solidFill>
                  <a:schemeClr val="bg1">
                    <a:lumMod val="65000"/>
                  </a:schemeClr>
                </a:solidFill>
              </a:rPr>
              <a:t>Abertura de chamado </a:t>
            </a:r>
            <a:endParaRPr lang="pt-BR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56" name="Agrupar 1055">
            <a:extLst>
              <a:ext uri="{FF2B5EF4-FFF2-40B4-BE49-F238E27FC236}">
                <a16:creationId xmlns:a16="http://schemas.microsoft.com/office/drawing/2014/main" id="{322182E0-06F7-E0C8-4D67-FCD68F625131}"/>
              </a:ext>
            </a:extLst>
          </p:cNvPr>
          <p:cNvGrpSpPr/>
          <p:nvPr/>
        </p:nvGrpSpPr>
        <p:grpSpPr>
          <a:xfrm>
            <a:off x="3161387" y="2552054"/>
            <a:ext cx="1340144" cy="1340144"/>
            <a:chOff x="4355844" y="4087859"/>
            <a:chExt cx="1719206" cy="1719206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1C54DF1-EB60-D4F9-82B0-6466B7125EBE}"/>
                </a:ext>
              </a:extLst>
            </p:cNvPr>
            <p:cNvSpPr/>
            <p:nvPr/>
          </p:nvSpPr>
          <p:spPr>
            <a:xfrm>
              <a:off x="4355844" y="4087859"/>
              <a:ext cx="1719206" cy="171920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B0F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8" name="Gráfico 57" descr="Professor com preenchimento sólido">
              <a:extLst>
                <a:ext uri="{FF2B5EF4-FFF2-40B4-BE49-F238E27FC236}">
                  <a16:creationId xmlns:a16="http://schemas.microsoft.com/office/drawing/2014/main" id="{471A3B85-1F4C-E223-DC01-5B20BADAC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85326" y="4233925"/>
              <a:ext cx="1466644" cy="1466644"/>
            </a:xfrm>
            <a:prstGeom prst="rect">
              <a:avLst/>
            </a:prstGeom>
          </p:spPr>
        </p:pic>
        <p:pic>
          <p:nvPicPr>
            <p:cNvPr id="51" name="Gráfico 50" descr="Aviso com preenchimento sólido">
              <a:extLst>
                <a:ext uri="{FF2B5EF4-FFF2-40B4-BE49-F238E27FC236}">
                  <a16:creationId xmlns:a16="http://schemas.microsoft.com/office/drawing/2014/main" id="{6FCE5A80-E376-5E87-A475-9FFEE9004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95619" y="4793468"/>
              <a:ext cx="228621" cy="202348"/>
            </a:xfrm>
            <a:prstGeom prst="rect">
              <a:avLst/>
            </a:prstGeom>
          </p:spPr>
        </p:pic>
        <p:sp>
          <p:nvSpPr>
            <p:cNvPr id="52" name="Retângulo: Cantos Arredondados 51">
              <a:extLst>
                <a:ext uri="{FF2B5EF4-FFF2-40B4-BE49-F238E27FC236}">
                  <a16:creationId xmlns:a16="http://schemas.microsoft.com/office/drawing/2014/main" id="{0691496B-D1EF-1E83-7F21-9CC5BD862A16}"/>
                </a:ext>
              </a:extLst>
            </p:cNvPr>
            <p:cNvSpPr/>
            <p:nvPr/>
          </p:nvSpPr>
          <p:spPr>
            <a:xfrm>
              <a:off x="5377502" y="4785824"/>
              <a:ext cx="270239" cy="239183"/>
            </a:xfrm>
            <a:prstGeom prst="round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3" name="Gráfico 52" descr="Tablet estrutura de tópicos">
              <a:extLst>
                <a:ext uri="{FF2B5EF4-FFF2-40B4-BE49-F238E27FC236}">
                  <a16:creationId xmlns:a16="http://schemas.microsoft.com/office/drawing/2014/main" id="{315FDB81-A4A6-127B-4DBA-CF45E1016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08878" y="4502152"/>
              <a:ext cx="914400" cy="827087"/>
            </a:xfrm>
            <a:prstGeom prst="rect">
              <a:avLst/>
            </a:prstGeom>
          </p:spPr>
        </p:pic>
      </p:grpSp>
      <p:pic>
        <p:nvPicPr>
          <p:cNvPr id="60" name="Gráfico 59" descr="Lista com preenchimento sólido">
            <a:extLst>
              <a:ext uri="{FF2B5EF4-FFF2-40B4-BE49-F238E27FC236}">
                <a16:creationId xmlns:a16="http://schemas.microsoft.com/office/drawing/2014/main" id="{377DB7BC-1F9C-8C26-10D8-0A4041B2DE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28110" y="2240291"/>
            <a:ext cx="602749" cy="602749"/>
          </a:xfrm>
          <a:prstGeom prst="rect">
            <a:avLst/>
          </a:prstGeom>
        </p:spPr>
      </p:pic>
      <p:grpSp>
        <p:nvGrpSpPr>
          <p:cNvPr id="1057" name="Agrupar 1056">
            <a:extLst>
              <a:ext uri="{FF2B5EF4-FFF2-40B4-BE49-F238E27FC236}">
                <a16:creationId xmlns:a16="http://schemas.microsoft.com/office/drawing/2014/main" id="{A74F9A1E-2796-B176-9A00-74C56568B71B}"/>
              </a:ext>
            </a:extLst>
          </p:cNvPr>
          <p:cNvGrpSpPr/>
          <p:nvPr/>
        </p:nvGrpSpPr>
        <p:grpSpPr>
          <a:xfrm>
            <a:off x="5602712" y="2552054"/>
            <a:ext cx="1340144" cy="1340144"/>
            <a:chOff x="6816628" y="4211358"/>
            <a:chExt cx="1719206" cy="1719206"/>
          </a:xfrm>
        </p:grpSpPr>
        <p:sp>
          <p:nvSpPr>
            <p:cNvPr id="1038" name="Elipse 1037">
              <a:extLst>
                <a:ext uri="{FF2B5EF4-FFF2-40B4-BE49-F238E27FC236}">
                  <a16:creationId xmlns:a16="http://schemas.microsoft.com/office/drawing/2014/main" id="{079B7F80-8A13-B4DB-0AD6-DAF84453AC6F}"/>
                </a:ext>
              </a:extLst>
            </p:cNvPr>
            <p:cNvSpPr/>
            <p:nvPr/>
          </p:nvSpPr>
          <p:spPr>
            <a:xfrm>
              <a:off x="6816628" y="4211358"/>
              <a:ext cx="1719206" cy="171920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B0F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40" name="Gráfico 1039" descr="Mão de robô com preenchimento sólido">
              <a:extLst>
                <a:ext uri="{FF2B5EF4-FFF2-40B4-BE49-F238E27FC236}">
                  <a16:creationId xmlns:a16="http://schemas.microsoft.com/office/drawing/2014/main" id="{2152DD1C-6E54-C4AB-6AB8-611F57428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574436" y="4807477"/>
              <a:ext cx="914400" cy="914400"/>
            </a:xfrm>
            <a:prstGeom prst="rect">
              <a:avLst/>
            </a:prstGeom>
          </p:spPr>
        </p:pic>
        <p:sp>
          <p:nvSpPr>
            <p:cNvPr id="1041" name="Forma Livre: Forma 1040">
              <a:extLst>
                <a:ext uri="{FF2B5EF4-FFF2-40B4-BE49-F238E27FC236}">
                  <a16:creationId xmlns:a16="http://schemas.microsoft.com/office/drawing/2014/main" id="{C97933D6-4528-E2D1-E9A8-C9043A0EB00D}"/>
                </a:ext>
              </a:extLst>
            </p:cNvPr>
            <p:cNvSpPr/>
            <p:nvPr/>
          </p:nvSpPr>
          <p:spPr>
            <a:xfrm rot="2536092">
              <a:off x="7583395" y="4543673"/>
              <a:ext cx="497055" cy="476876"/>
            </a:xfrm>
            <a:custGeom>
              <a:avLst/>
              <a:gdLst>
                <a:gd name="connsiteX0" fmla="*/ 495300 w 496252"/>
                <a:gd name="connsiteY0" fmla="*/ 400050 h 476250"/>
                <a:gd name="connsiteX1" fmla="*/ 495300 w 496252"/>
                <a:gd name="connsiteY1" fmla="*/ 400050 h 476250"/>
                <a:gd name="connsiteX2" fmla="*/ 495300 w 496252"/>
                <a:gd name="connsiteY2" fmla="*/ 400050 h 476250"/>
                <a:gd name="connsiteX3" fmla="*/ 494348 w 496252"/>
                <a:gd name="connsiteY3" fmla="*/ 387668 h 476250"/>
                <a:gd name="connsiteX4" fmla="*/ 494348 w 496252"/>
                <a:gd name="connsiteY4" fmla="*/ 386715 h 476250"/>
                <a:gd name="connsiteX5" fmla="*/ 493395 w 496252"/>
                <a:gd name="connsiteY5" fmla="*/ 377190 h 476250"/>
                <a:gd name="connsiteX6" fmla="*/ 371475 w 496252"/>
                <a:gd name="connsiteY6" fmla="*/ 276225 h 476250"/>
                <a:gd name="connsiteX7" fmla="*/ 342900 w 496252"/>
                <a:gd name="connsiteY7" fmla="*/ 247650 h 476250"/>
                <a:gd name="connsiteX8" fmla="*/ 342900 w 496252"/>
                <a:gd name="connsiteY8" fmla="*/ 247650 h 476250"/>
                <a:gd name="connsiteX9" fmla="*/ 342900 w 496252"/>
                <a:gd name="connsiteY9" fmla="*/ 247650 h 476250"/>
                <a:gd name="connsiteX10" fmla="*/ 342900 w 496252"/>
                <a:gd name="connsiteY10" fmla="*/ 247650 h 476250"/>
                <a:gd name="connsiteX11" fmla="*/ 342900 w 496252"/>
                <a:gd name="connsiteY11" fmla="*/ 238125 h 476250"/>
                <a:gd name="connsiteX12" fmla="*/ 247650 w 496252"/>
                <a:gd name="connsiteY12" fmla="*/ 142875 h 476250"/>
                <a:gd name="connsiteX13" fmla="*/ 219075 w 496252"/>
                <a:gd name="connsiteY13" fmla="*/ 114300 h 476250"/>
                <a:gd name="connsiteX14" fmla="*/ 109538 w 496252"/>
                <a:gd name="connsiteY14" fmla="*/ 0 h 476250"/>
                <a:gd name="connsiteX15" fmla="*/ 0 w 496252"/>
                <a:gd name="connsiteY15" fmla="*/ 114300 h 476250"/>
                <a:gd name="connsiteX16" fmla="*/ 60960 w 496252"/>
                <a:gd name="connsiteY16" fmla="*/ 216218 h 476250"/>
                <a:gd name="connsiteX17" fmla="*/ 58102 w 496252"/>
                <a:gd name="connsiteY17" fmla="*/ 239077 h 476250"/>
                <a:gd name="connsiteX18" fmla="*/ 148590 w 496252"/>
                <a:gd name="connsiteY18" fmla="*/ 333375 h 476250"/>
                <a:gd name="connsiteX19" fmla="*/ 204788 w 496252"/>
                <a:gd name="connsiteY19" fmla="*/ 313373 h 476250"/>
                <a:gd name="connsiteX20" fmla="*/ 286703 w 496252"/>
                <a:gd name="connsiteY20" fmla="*/ 352425 h 476250"/>
                <a:gd name="connsiteX21" fmla="*/ 391478 w 496252"/>
                <a:gd name="connsiteY21" fmla="*/ 352425 h 476250"/>
                <a:gd name="connsiteX22" fmla="*/ 439103 w 496252"/>
                <a:gd name="connsiteY22" fmla="*/ 400050 h 476250"/>
                <a:gd name="connsiteX23" fmla="*/ 439103 w 496252"/>
                <a:gd name="connsiteY23" fmla="*/ 476250 h 476250"/>
                <a:gd name="connsiteX24" fmla="*/ 496253 w 496252"/>
                <a:gd name="connsiteY24" fmla="*/ 476250 h 476250"/>
                <a:gd name="connsiteX25" fmla="*/ 495300 w 496252"/>
                <a:gd name="connsiteY25" fmla="*/ 400050 h 476250"/>
                <a:gd name="connsiteX0" fmla="*/ 495300 w 496253"/>
                <a:gd name="connsiteY0" fmla="*/ 400050 h 476250"/>
                <a:gd name="connsiteX1" fmla="*/ 495300 w 496253"/>
                <a:gd name="connsiteY1" fmla="*/ 400050 h 476250"/>
                <a:gd name="connsiteX2" fmla="*/ 495300 w 496253"/>
                <a:gd name="connsiteY2" fmla="*/ 400050 h 476250"/>
                <a:gd name="connsiteX3" fmla="*/ 494348 w 496253"/>
                <a:gd name="connsiteY3" fmla="*/ 387668 h 476250"/>
                <a:gd name="connsiteX4" fmla="*/ 494348 w 496253"/>
                <a:gd name="connsiteY4" fmla="*/ 386715 h 476250"/>
                <a:gd name="connsiteX5" fmla="*/ 493395 w 496253"/>
                <a:gd name="connsiteY5" fmla="*/ 377190 h 476250"/>
                <a:gd name="connsiteX6" fmla="*/ 371475 w 496253"/>
                <a:gd name="connsiteY6" fmla="*/ 276225 h 476250"/>
                <a:gd name="connsiteX7" fmla="*/ 342900 w 496253"/>
                <a:gd name="connsiteY7" fmla="*/ 247650 h 476250"/>
                <a:gd name="connsiteX8" fmla="*/ 342900 w 496253"/>
                <a:gd name="connsiteY8" fmla="*/ 247650 h 476250"/>
                <a:gd name="connsiteX9" fmla="*/ 342900 w 496253"/>
                <a:gd name="connsiteY9" fmla="*/ 247650 h 476250"/>
                <a:gd name="connsiteX10" fmla="*/ 342900 w 496253"/>
                <a:gd name="connsiteY10" fmla="*/ 247650 h 476250"/>
                <a:gd name="connsiteX11" fmla="*/ 342900 w 496253"/>
                <a:gd name="connsiteY11" fmla="*/ 238125 h 476250"/>
                <a:gd name="connsiteX12" fmla="*/ 247650 w 496253"/>
                <a:gd name="connsiteY12" fmla="*/ 142875 h 476250"/>
                <a:gd name="connsiteX13" fmla="*/ 219075 w 496253"/>
                <a:gd name="connsiteY13" fmla="*/ 114300 h 476250"/>
                <a:gd name="connsiteX14" fmla="*/ 109538 w 496253"/>
                <a:gd name="connsiteY14" fmla="*/ 0 h 476250"/>
                <a:gd name="connsiteX15" fmla="*/ 0 w 496253"/>
                <a:gd name="connsiteY15" fmla="*/ 114300 h 476250"/>
                <a:gd name="connsiteX16" fmla="*/ 60960 w 496253"/>
                <a:gd name="connsiteY16" fmla="*/ 216218 h 476250"/>
                <a:gd name="connsiteX17" fmla="*/ 58102 w 496253"/>
                <a:gd name="connsiteY17" fmla="*/ 239077 h 476250"/>
                <a:gd name="connsiteX18" fmla="*/ 148590 w 496253"/>
                <a:gd name="connsiteY18" fmla="*/ 333375 h 476250"/>
                <a:gd name="connsiteX19" fmla="*/ 204788 w 496253"/>
                <a:gd name="connsiteY19" fmla="*/ 313373 h 476250"/>
                <a:gd name="connsiteX20" fmla="*/ 286703 w 496253"/>
                <a:gd name="connsiteY20" fmla="*/ 352425 h 476250"/>
                <a:gd name="connsiteX21" fmla="*/ 394893 w 496253"/>
                <a:gd name="connsiteY21" fmla="*/ 375064 h 476250"/>
                <a:gd name="connsiteX22" fmla="*/ 439103 w 496253"/>
                <a:gd name="connsiteY22" fmla="*/ 400050 h 476250"/>
                <a:gd name="connsiteX23" fmla="*/ 439103 w 496253"/>
                <a:gd name="connsiteY23" fmla="*/ 476250 h 476250"/>
                <a:gd name="connsiteX24" fmla="*/ 496253 w 496253"/>
                <a:gd name="connsiteY24" fmla="*/ 476250 h 476250"/>
                <a:gd name="connsiteX25" fmla="*/ 495300 w 496253"/>
                <a:gd name="connsiteY25" fmla="*/ 400050 h 476250"/>
                <a:gd name="connsiteX0" fmla="*/ 495300 w 496253"/>
                <a:gd name="connsiteY0" fmla="*/ 400050 h 476250"/>
                <a:gd name="connsiteX1" fmla="*/ 495300 w 496253"/>
                <a:gd name="connsiteY1" fmla="*/ 400050 h 476250"/>
                <a:gd name="connsiteX2" fmla="*/ 495300 w 496253"/>
                <a:gd name="connsiteY2" fmla="*/ 400050 h 476250"/>
                <a:gd name="connsiteX3" fmla="*/ 494348 w 496253"/>
                <a:gd name="connsiteY3" fmla="*/ 387668 h 476250"/>
                <a:gd name="connsiteX4" fmla="*/ 494348 w 496253"/>
                <a:gd name="connsiteY4" fmla="*/ 386715 h 476250"/>
                <a:gd name="connsiteX5" fmla="*/ 493395 w 496253"/>
                <a:gd name="connsiteY5" fmla="*/ 377190 h 476250"/>
                <a:gd name="connsiteX6" fmla="*/ 371475 w 496253"/>
                <a:gd name="connsiteY6" fmla="*/ 276225 h 476250"/>
                <a:gd name="connsiteX7" fmla="*/ 342900 w 496253"/>
                <a:gd name="connsiteY7" fmla="*/ 247650 h 476250"/>
                <a:gd name="connsiteX8" fmla="*/ 342900 w 496253"/>
                <a:gd name="connsiteY8" fmla="*/ 247650 h 476250"/>
                <a:gd name="connsiteX9" fmla="*/ 342900 w 496253"/>
                <a:gd name="connsiteY9" fmla="*/ 247650 h 476250"/>
                <a:gd name="connsiteX10" fmla="*/ 342900 w 496253"/>
                <a:gd name="connsiteY10" fmla="*/ 247650 h 476250"/>
                <a:gd name="connsiteX11" fmla="*/ 342900 w 496253"/>
                <a:gd name="connsiteY11" fmla="*/ 238125 h 476250"/>
                <a:gd name="connsiteX12" fmla="*/ 247650 w 496253"/>
                <a:gd name="connsiteY12" fmla="*/ 142875 h 476250"/>
                <a:gd name="connsiteX13" fmla="*/ 219075 w 496253"/>
                <a:gd name="connsiteY13" fmla="*/ 114300 h 476250"/>
                <a:gd name="connsiteX14" fmla="*/ 109538 w 496253"/>
                <a:gd name="connsiteY14" fmla="*/ 0 h 476250"/>
                <a:gd name="connsiteX15" fmla="*/ 0 w 496253"/>
                <a:gd name="connsiteY15" fmla="*/ 114300 h 476250"/>
                <a:gd name="connsiteX16" fmla="*/ 60960 w 496253"/>
                <a:gd name="connsiteY16" fmla="*/ 216218 h 476250"/>
                <a:gd name="connsiteX17" fmla="*/ 58102 w 496253"/>
                <a:gd name="connsiteY17" fmla="*/ 239077 h 476250"/>
                <a:gd name="connsiteX18" fmla="*/ 148590 w 496253"/>
                <a:gd name="connsiteY18" fmla="*/ 333375 h 476250"/>
                <a:gd name="connsiteX19" fmla="*/ 204788 w 496253"/>
                <a:gd name="connsiteY19" fmla="*/ 313373 h 476250"/>
                <a:gd name="connsiteX20" fmla="*/ 286703 w 496253"/>
                <a:gd name="connsiteY20" fmla="*/ 352425 h 476250"/>
                <a:gd name="connsiteX21" fmla="*/ 394893 w 496253"/>
                <a:gd name="connsiteY21" fmla="*/ 375064 h 476250"/>
                <a:gd name="connsiteX22" fmla="*/ 439103 w 496253"/>
                <a:gd name="connsiteY22" fmla="*/ 400050 h 476250"/>
                <a:gd name="connsiteX23" fmla="*/ 457478 w 496253"/>
                <a:gd name="connsiteY23" fmla="*/ 397336 h 476250"/>
                <a:gd name="connsiteX24" fmla="*/ 496253 w 496253"/>
                <a:gd name="connsiteY24" fmla="*/ 476250 h 476250"/>
                <a:gd name="connsiteX25" fmla="*/ 495300 w 496253"/>
                <a:gd name="connsiteY25" fmla="*/ 400050 h 476250"/>
                <a:gd name="connsiteX0" fmla="*/ 495300 w 497279"/>
                <a:gd name="connsiteY0" fmla="*/ 400050 h 476933"/>
                <a:gd name="connsiteX1" fmla="*/ 495300 w 497279"/>
                <a:gd name="connsiteY1" fmla="*/ 400050 h 476933"/>
                <a:gd name="connsiteX2" fmla="*/ 495300 w 497279"/>
                <a:gd name="connsiteY2" fmla="*/ 400050 h 476933"/>
                <a:gd name="connsiteX3" fmla="*/ 494348 w 497279"/>
                <a:gd name="connsiteY3" fmla="*/ 387668 h 476933"/>
                <a:gd name="connsiteX4" fmla="*/ 494348 w 497279"/>
                <a:gd name="connsiteY4" fmla="*/ 386715 h 476933"/>
                <a:gd name="connsiteX5" fmla="*/ 493395 w 497279"/>
                <a:gd name="connsiteY5" fmla="*/ 377190 h 476933"/>
                <a:gd name="connsiteX6" fmla="*/ 371475 w 497279"/>
                <a:gd name="connsiteY6" fmla="*/ 276225 h 476933"/>
                <a:gd name="connsiteX7" fmla="*/ 342900 w 497279"/>
                <a:gd name="connsiteY7" fmla="*/ 247650 h 476933"/>
                <a:gd name="connsiteX8" fmla="*/ 342900 w 497279"/>
                <a:gd name="connsiteY8" fmla="*/ 247650 h 476933"/>
                <a:gd name="connsiteX9" fmla="*/ 342900 w 497279"/>
                <a:gd name="connsiteY9" fmla="*/ 247650 h 476933"/>
                <a:gd name="connsiteX10" fmla="*/ 342900 w 497279"/>
                <a:gd name="connsiteY10" fmla="*/ 247650 h 476933"/>
                <a:gd name="connsiteX11" fmla="*/ 342900 w 497279"/>
                <a:gd name="connsiteY11" fmla="*/ 238125 h 476933"/>
                <a:gd name="connsiteX12" fmla="*/ 247650 w 497279"/>
                <a:gd name="connsiteY12" fmla="*/ 142875 h 476933"/>
                <a:gd name="connsiteX13" fmla="*/ 219075 w 497279"/>
                <a:gd name="connsiteY13" fmla="*/ 114300 h 476933"/>
                <a:gd name="connsiteX14" fmla="*/ 109538 w 497279"/>
                <a:gd name="connsiteY14" fmla="*/ 0 h 476933"/>
                <a:gd name="connsiteX15" fmla="*/ 0 w 497279"/>
                <a:gd name="connsiteY15" fmla="*/ 114300 h 476933"/>
                <a:gd name="connsiteX16" fmla="*/ 60960 w 497279"/>
                <a:gd name="connsiteY16" fmla="*/ 216218 h 476933"/>
                <a:gd name="connsiteX17" fmla="*/ 58102 w 497279"/>
                <a:gd name="connsiteY17" fmla="*/ 239077 h 476933"/>
                <a:gd name="connsiteX18" fmla="*/ 148590 w 497279"/>
                <a:gd name="connsiteY18" fmla="*/ 333375 h 476933"/>
                <a:gd name="connsiteX19" fmla="*/ 204788 w 497279"/>
                <a:gd name="connsiteY19" fmla="*/ 313373 h 476933"/>
                <a:gd name="connsiteX20" fmla="*/ 286703 w 497279"/>
                <a:gd name="connsiteY20" fmla="*/ 352425 h 476933"/>
                <a:gd name="connsiteX21" fmla="*/ 394893 w 497279"/>
                <a:gd name="connsiteY21" fmla="*/ 375064 h 476933"/>
                <a:gd name="connsiteX22" fmla="*/ 439103 w 497279"/>
                <a:gd name="connsiteY22" fmla="*/ 400050 h 476933"/>
                <a:gd name="connsiteX23" fmla="*/ 457478 w 497279"/>
                <a:gd name="connsiteY23" fmla="*/ 397336 h 476933"/>
                <a:gd name="connsiteX24" fmla="*/ 496253 w 497279"/>
                <a:gd name="connsiteY24" fmla="*/ 476250 h 476933"/>
                <a:gd name="connsiteX25" fmla="*/ 475911 w 497279"/>
                <a:gd name="connsiteY25" fmla="*/ 372601 h 476933"/>
                <a:gd name="connsiteX26" fmla="*/ 495300 w 497279"/>
                <a:gd name="connsiteY26" fmla="*/ 400050 h 476933"/>
                <a:gd name="connsiteX0" fmla="*/ 495300 w 497740"/>
                <a:gd name="connsiteY0" fmla="*/ 400050 h 476933"/>
                <a:gd name="connsiteX1" fmla="*/ 495300 w 497740"/>
                <a:gd name="connsiteY1" fmla="*/ 400050 h 476933"/>
                <a:gd name="connsiteX2" fmla="*/ 495300 w 497740"/>
                <a:gd name="connsiteY2" fmla="*/ 400050 h 476933"/>
                <a:gd name="connsiteX3" fmla="*/ 494348 w 497740"/>
                <a:gd name="connsiteY3" fmla="*/ 387668 h 476933"/>
                <a:gd name="connsiteX4" fmla="*/ 494348 w 497740"/>
                <a:gd name="connsiteY4" fmla="*/ 386715 h 476933"/>
                <a:gd name="connsiteX5" fmla="*/ 448549 w 497740"/>
                <a:gd name="connsiteY5" fmla="*/ 327851 h 476933"/>
                <a:gd name="connsiteX6" fmla="*/ 371475 w 497740"/>
                <a:gd name="connsiteY6" fmla="*/ 276225 h 476933"/>
                <a:gd name="connsiteX7" fmla="*/ 342900 w 497740"/>
                <a:gd name="connsiteY7" fmla="*/ 247650 h 476933"/>
                <a:gd name="connsiteX8" fmla="*/ 342900 w 497740"/>
                <a:gd name="connsiteY8" fmla="*/ 247650 h 476933"/>
                <a:gd name="connsiteX9" fmla="*/ 342900 w 497740"/>
                <a:gd name="connsiteY9" fmla="*/ 247650 h 476933"/>
                <a:gd name="connsiteX10" fmla="*/ 342900 w 497740"/>
                <a:gd name="connsiteY10" fmla="*/ 247650 h 476933"/>
                <a:gd name="connsiteX11" fmla="*/ 342900 w 497740"/>
                <a:gd name="connsiteY11" fmla="*/ 238125 h 476933"/>
                <a:gd name="connsiteX12" fmla="*/ 247650 w 497740"/>
                <a:gd name="connsiteY12" fmla="*/ 142875 h 476933"/>
                <a:gd name="connsiteX13" fmla="*/ 219075 w 497740"/>
                <a:gd name="connsiteY13" fmla="*/ 114300 h 476933"/>
                <a:gd name="connsiteX14" fmla="*/ 109538 w 497740"/>
                <a:gd name="connsiteY14" fmla="*/ 0 h 476933"/>
                <a:gd name="connsiteX15" fmla="*/ 0 w 497740"/>
                <a:gd name="connsiteY15" fmla="*/ 114300 h 476933"/>
                <a:gd name="connsiteX16" fmla="*/ 60960 w 497740"/>
                <a:gd name="connsiteY16" fmla="*/ 216218 h 476933"/>
                <a:gd name="connsiteX17" fmla="*/ 58102 w 497740"/>
                <a:gd name="connsiteY17" fmla="*/ 239077 h 476933"/>
                <a:gd name="connsiteX18" fmla="*/ 148590 w 497740"/>
                <a:gd name="connsiteY18" fmla="*/ 333375 h 476933"/>
                <a:gd name="connsiteX19" fmla="*/ 204788 w 497740"/>
                <a:gd name="connsiteY19" fmla="*/ 313373 h 476933"/>
                <a:gd name="connsiteX20" fmla="*/ 286703 w 497740"/>
                <a:gd name="connsiteY20" fmla="*/ 352425 h 476933"/>
                <a:gd name="connsiteX21" fmla="*/ 394893 w 497740"/>
                <a:gd name="connsiteY21" fmla="*/ 375064 h 476933"/>
                <a:gd name="connsiteX22" fmla="*/ 439103 w 497740"/>
                <a:gd name="connsiteY22" fmla="*/ 400050 h 476933"/>
                <a:gd name="connsiteX23" fmla="*/ 457478 w 497740"/>
                <a:gd name="connsiteY23" fmla="*/ 397336 h 476933"/>
                <a:gd name="connsiteX24" fmla="*/ 496253 w 497740"/>
                <a:gd name="connsiteY24" fmla="*/ 476250 h 476933"/>
                <a:gd name="connsiteX25" fmla="*/ 475911 w 497740"/>
                <a:gd name="connsiteY25" fmla="*/ 372601 h 476933"/>
                <a:gd name="connsiteX26" fmla="*/ 495300 w 497740"/>
                <a:gd name="connsiteY26" fmla="*/ 400050 h 476933"/>
                <a:gd name="connsiteX0" fmla="*/ 495300 w 497279"/>
                <a:gd name="connsiteY0" fmla="*/ 400050 h 476933"/>
                <a:gd name="connsiteX1" fmla="*/ 495300 w 497279"/>
                <a:gd name="connsiteY1" fmla="*/ 400050 h 476933"/>
                <a:gd name="connsiteX2" fmla="*/ 495300 w 497279"/>
                <a:gd name="connsiteY2" fmla="*/ 400050 h 476933"/>
                <a:gd name="connsiteX3" fmla="*/ 494348 w 497279"/>
                <a:gd name="connsiteY3" fmla="*/ 387668 h 476933"/>
                <a:gd name="connsiteX4" fmla="*/ 472137 w 497279"/>
                <a:gd name="connsiteY4" fmla="*/ 381160 h 476933"/>
                <a:gd name="connsiteX5" fmla="*/ 448549 w 497279"/>
                <a:gd name="connsiteY5" fmla="*/ 327851 h 476933"/>
                <a:gd name="connsiteX6" fmla="*/ 371475 w 497279"/>
                <a:gd name="connsiteY6" fmla="*/ 276225 h 476933"/>
                <a:gd name="connsiteX7" fmla="*/ 342900 w 497279"/>
                <a:gd name="connsiteY7" fmla="*/ 247650 h 476933"/>
                <a:gd name="connsiteX8" fmla="*/ 342900 w 497279"/>
                <a:gd name="connsiteY8" fmla="*/ 247650 h 476933"/>
                <a:gd name="connsiteX9" fmla="*/ 342900 w 497279"/>
                <a:gd name="connsiteY9" fmla="*/ 247650 h 476933"/>
                <a:gd name="connsiteX10" fmla="*/ 342900 w 497279"/>
                <a:gd name="connsiteY10" fmla="*/ 247650 h 476933"/>
                <a:gd name="connsiteX11" fmla="*/ 342900 w 497279"/>
                <a:gd name="connsiteY11" fmla="*/ 238125 h 476933"/>
                <a:gd name="connsiteX12" fmla="*/ 247650 w 497279"/>
                <a:gd name="connsiteY12" fmla="*/ 142875 h 476933"/>
                <a:gd name="connsiteX13" fmla="*/ 219075 w 497279"/>
                <a:gd name="connsiteY13" fmla="*/ 114300 h 476933"/>
                <a:gd name="connsiteX14" fmla="*/ 109538 w 497279"/>
                <a:gd name="connsiteY14" fmla="*/ 0 h 476933"/>
                <a:gd name="connsiteX15" fmla="*/ 0 w 497279"/>
                <a:gd name="connsiteY15" fmla="*/ 114300 h 476933"/>
                <a:gd name="connsiteX16" fmla="*/ 60960 w 497279"/>
                <a:gd name="connsiteY16" fmla="*/ 216218 h 476933"/>
                <a:gd name="connsiteX17" fmla="*/ 58102 w 497279"/>
                <a:gd name="connsiteY17" fmla="*/ 239077 h 476933"/>
                <a:gd name="connsiteX18" fmla="*/ 148590 w 497279"/>
                <a:gd name="connsiteY18" fmla="*/ 333375 h 476933"/>
                <a:gd name="connsiteX19" fmla="*/ 204788 w 497279"/>
                <a:gd name="connsiteY19" fmla="*/ 313373 h 476933"/>
                <a:gd name="connsiteX20" fmla="*/ 286703 w 497279"/>
                <a:gd name="connsiteY20" fmla="*/ 352425 h 476933"/>
                <a:gd name="connsiteX21" fmla="*/ 394893 w 497279"/>
                <a:gd name="connsiteY21" fmla="*/ 375064 h 476933"/>
                <a:gd name="connsiteX22" fmla="*/ 439103 w 497279"/>
                <a:gd name="connsiteY22" fmla="*/ 400050 h 476933"/>
                <a:gd name="connsiteX23" fmla="*/ 457478 w 497279"/>
                <a:gd name="connsiteY23" fmla="*/ 397336 h 476933"/>
                <a:gd name="connsiteX24" fmla="*/ 496253 w 497279"/>
                <a:gd name="connsiteY24" fmla="*/ 476250 h 476933"/>
                <a:gd name="connsiteX25" fmla="*/ 475911 w 497279"/>
                <a:gd name="connsiteY25" fmla="*/ 372601 h 476933"/>
                <a:gd name="connsiteX26" fmla="*/ 495300 w 497279"/>
                <a:gd name="connsiteY26" fmla="*/ 400050 h 476933"/>
                <a:gd name="connsiteX0" fmla="*/ 462304 w 497279"/>
                <a:gd name="connsiteY0" fmla="*/ 384990 h 476933"/>
                <a:gd name="connsiteX1" fmla="*/ 495300 w 497279"/>
                <a:gd name="connsiteY1" fmla="*/ 400050 h 476933"/>
                <a:gd name="connsiteX2" fmla="*/ 495300 w 497279"/>
                <a:gd name="connsiteY2" fmla="*/ 400050 h 476933"/>
                <a:gd name="connsiteX3" fmla="*/ 494348 w 497279"/>
                <a:gd name="connsiteY3" fmla="*/ 387668 h 476933"/>
                <a:gd name="connsiteX4" fmla="*/ 472137 w 497279"/>
                <a:gd name="connsiteY4" fmla="*/ 381160 h 476933"/>
                <a:gd name="connsiteX5" fmla="*/ 448549 w 497279"/>
                <a:gd name="connsiteY5" fmla="*/ 327851 h 476933"/>
                <a:gd name="connsiteX6" fmla="*/ 371475 w 497279"/>
                <a:gd name="connsiteY6" fmla="*/ 276225 h 476933"/>
                <a:gd name="connsiteX7" fmla="*/ 342900 w 497279"/>
                <a:gd name="connsiteY7" fmla="*/ 247650 h 476933"/>
                <a:gd name="connsiteX8" fmla="*/ 342900 w 497279"/>
                <a:gd name="connsiteY8" fmla="*/ 247650 h 476933"/>
                <a:gd name="connsiteX9" fmla="*/ 342900 w 497279"/>
                <a:gd name="connsiteY9" fmla="*/ 247650 h 476933"/>
                <a:gd name="connsiteX10" fmla="*/ 342900 w 497279"/>
                <a:gd name="connsiteY10" fmla="*/ 247650 h 476933"/>
                <a:gd name="connsiteX11" fmla="*/ 342900 w 497279"/>
                <a:gd name="connsiteY11" fmla="*/ 238125 h 476933"/>
                <a:gd name="connsiteX12" fmla="*/ 247650 w 497279"/>
                <a:gd name="connsiteY12" fmla="*/ 142875 h 476933"/>
                <a:gd name="connsiteX13" fmla="*/ 219075 w 497279"/>
                <a:gd name="connsiteY13" fmla="*/ 114300 h 476933"/>
                <a:gd name="connsiteX14" fmla="*/ 109538 w 497279"/>
                <a:gd name="connsiteY14" fmla="*/ 0 h 476933"/>
                <a:gd name="connsiteX15" fmla="*/ 0 w 497279"/>
                <a:gd name="connsiteY15" fmla="*/ 114300 h 476933"/>
                <a:gd name="connsiteX16" fmla="*/ 60960 w 497279"/>
                <a:gd name="connsiteY16" fmla="*/ 216218 h 476933"/>
                <a:gd name="connsiteX17" fmla="*/ 58102 w 497279"/>
                <a:gd name="connsiteY17" fmla="*/ 239077 h 476933"/>
                <a:gd name="connsiteX18" fmla="*/ 148590 w 497279"/>
                <a:gd name="connsiteY18" fmla="*/ 333375 h 476933"/>
                <a:gd name="connsiteX19" fmla="*/ 204788 w 497279"/>
                <a:gd name="connsiteY19" fmla="*/ 313373 h 476933"/>
                <a:gd name="connsiteX20" fmla="*/ 286703 w 497279"/>
                <a:gd name="connsiteY20" fmla="*/ 352425 h 476933"/>
                <a:gd name="connsiteX21" fmla="*/ 394893 w 497279"/>
                <a:gd name="connsiteY21" fmla="*/ 375064 h 476933"/>
                <a:gd name="connsiteX22" fmla="*/ 439103 w 497279"/>
                <a:gd name="connsiteY22" fmla="*/ 400050 h 476933"/>
                <a:gd name="connsiteX23" fmla="*/ 457478 w 497279"/>
                <a:gd name="connsiteY23" fmla="*/ 397336 h 476933"/>
                <a:gd name="connsiteX24" fmla="*/ 496253 w 497279"/>
                <a:gd name="connsiteY24" fmla="*/ 476250 h 476933"/>
                <a:gd name="connsiteX25" fmla="*/ 475911 w 497279"/>
                <a:gd name="connsiteY25" fmla="*/ 372601 h 476933"/>
                <a:gd name="connsiteX26" fmla="*/ 462304 w 497279"/>
                <a:gd name="connsiteY26" fmla="*/ 384990 h 476933"/>
                <a:gd name="connsiteX0" fmla="*/ 462304 w 497279"/>
                <a:gd name="connsiteY0" fmla="*/ 384990 h 476933"/>
                <a:gd name="connsiteX1" fmla="*/ 495300 w 497279"/>
                <a:gd name="connsiteY1" fmla="*/ 400050 h 476933"/>
                <a:gd name="connsiteX2" fmla="*/ 495300 w 497279"/>
                <a:gd name="connsiteY2" fmla="*/ 400050 h 476933"/>
                <a:gd name="connsiteX3" fmla="*/ 449072 w 497279"/>
                <a:gd name="connsiteY3" fmla="*/ 370898 h 476933"/>
                <a:gd name="connsiteX4" fmla="*/ 472137 w 497279"/>
                <a:gd name="connsiteY4" fmla="*/ 381160 h 476933"/>
                <a:gd name="connsiteX5" fmla="*/ 448549 w 497279"/>
                <a:gd name="connsiteY5" fmla="*/ 327851 h 476933"/>
                <a:gd name="connsiteX6" fmla="*/ 371475 w 497279"/>
                <a:gd name="connsiteY6" fmla="*/ 276225 h 476933"/>
                <a:gd name="connsiteX7" fmla="*/ 342900 w 497279"/>
                <a:gd name="connsiteY7" fmla="*/ 247650 h 476933"/>
                <a:gd name="connsiteX8" fmla="*/ 342900 w 497279"/>
                <a:gd name="connsiteY8" fmla="*/ 247650 h 476933"/>
                <a:gd name="connsiteX9" fmla="*/ 342900 w 497279"/>
                <a:gd name="connsiteY9" fmla="*/ 247650 h 476933"/>
                <a:gd name="connsiteX10" fmla="*/ 342900 w 497279"/>
                <a:gd name="connsiteY10" fmla="*/ 247650 h 476933"/>
                <a:gd name="connsiteX11" fmla="*/ 342900 w 497279"/>
                <a:gd name="connsiteY11" fmla="*/ 238125 h 476933"/>
                <a:gd name="connsiteX12" fmla="*/ 247650 w 497279"/>
                <a:gd name="connsiteY12" fmla="*/ 142875 h 476933"/>
                <a:gd name="connsiteX13" fmla="*/ 219075 w 497279"/>
                <a:gd name="connsiteY13" fmla="*/ 114300 h 476933"/>
                <a:gd name="connsiteX14" fmla="*/ 109538 w 497279"/>
                <a:gd name="connsiteY14" fmla="*/ 0 h 476933"/>
                <a:gd name="connsiteX15" fmla="*/ 0 w 497279"/>
                <a:gd name="connsiteY15" fmla="*/ 114300 h 476933"/>
                <a:gd name="connsiteX16" fmla="*/ 60960 w 497279"/>
                <a:gd name="connsiteY16" fmla="*/ 216218 h 476933"/>
                <a:gd name="connsiteX17" fmla="*/ 58102 w 497279"/>
                <a:gd name="connsiteY17" fmla="*/ 239077 h 476933"/>
                <a:gd name="connsiteX18" fmla="*/ 148590 w 497279"/>
                <a:gd name="connsiteY18" fmla="*/ 333375 h 476933"/>
                <a:gd name="connsiteX19" fmla="*/ 204788 w 497279"/>
                <a:gd name="connsiteY19" fmla="*/ 313373 h 476933"/>
                <a:gd name="connsiteX20" fmla="*/ 286703 w 497279"/>
                <a:gd name="connsiteY20" fmla="*/ 352425 h 476933"/>
                <a:gd name="connsiteX21" fmla="*/ 394893 w 497279"/>
                <a:gd name="connsiteY21" fmla="*/ 375064 h 476933"/>
                <a:gd name="connsiteX22" fmla="*/ 439103 w 497279"/>
                <a:gd name="connsiteY22" fmla="*/ 400050 h 476933"/>
                <a:gd name="connsiteX23" fmla="*/ 457478 w 497279"/>
                <a:gd name="connsiteY23" fmla="*/ 397336 h 476933"/>
                <a:gd name="connsiteX24" fmla="*/ 496253 w 497279"/>
                <a:gd name="connsiteY24" fmla="*/ 476250 h 476933"/>
                <a:gd name="connsiteX25" fmla="*/ 475911 w 497279"/>
                <a:gd name="connsiteY25" fmla="*/ 372601 h 476933"/>
                <a:gd name="connsiteX26" fmla="*/ 462304 w 497279"/>
                <a:gd name="connsiteY26" fmla="*/ 384990 h 476933"/>
                <a:gd name="connsiteX0" fmla="*/ 462304 w 496886"/>
                <a:gd name="connsiteY0" fmla="*/ 384990 h 476831"/>
                <a:gd name="connsiteX1" fmla="*/ 495300 w 496886"/>
                <a:gd name="connsiteY1" fmla="*/ 400050 h 476831"/>
                <a:gd name="connsiteX2" fmla="*/ 495300 w 496886"/>
                <a:gd name="connsiteY2" fmla="*/ 400050 h 476831"/>
                <a:gd name="connsiteX3" fmla="*/ 449072 w 496886"/>
                <a:gd name="connsiteY3" fmla="*/ 370898 h 476831"/>
                <a:gd name="connsiteX4" fmla="*/ 472137 w 496886"/>
                <a:gd name="connsiteY4" fmla="*/ 381160 h 476831"/>
                <a:gd name="connsiteX5" fmla="*/ 448549 w 496886"/>
                <a:gd name="connsiteY5" fmla="*/ 327851 h 476831"/>
                <a:gd name="connsiteX6" fmla="*/ 371475 w 496886"/>
                <a:gd name="connsiteY6" fmla="*/ 276225 h 476831"/>
                <a:gd name="connsiteX7" fmla="*/ 342900 w 496886"/>
                <a:gd name="connsiteY7" fmla="*/ 247650 h 476831"/>
                <a:gd name="connsiteX8" fmla="*/ 342900 w 496886"/>
                <a:gd name="connsiteY8" fmla="*/ 247650 h 476831"/>
                <a:gd name="connsiteX9" fmla="*/ 342900 w 496886"/>
                <a:gd name="connsiteY9" fmla="*/ 247650 h 476831"/>
                <a:gd name="connsiteX10" fmla="*/ 342900 w 496886"/>
                <a:gd name="connsiteY10" fmla="*/ 247650 h 476831"/>
                <a:gd name="connsiteX11" fmla="*/ 342900 w 496886"/>
                <a:gd name="connsiteY11" fmla="*/ 238125 h 476831"/>
                <a:gd name="connsiteX12" fmla="*/ 247650 w 496886"/>
                <a:gd name="connsiteY12" fmla="*/ 142875 h 476831"/>
                <a:gd name="connsiteX13" fmla="*/ 219075 w 496886"/>
                <a:gd name="connsiteY13" fmla="*/ 114300 h 476831"/>
                <a:gd name="connsiteX14" fmla="*/ 109538 w 496886"/>
                <a:gd name="connsiteY14" fmla="*/ 0 h 476831"/>
                <a:gd name="connsiteX15" fmla="*/ 0 w 496886"/>
                <a:gd name="connsiteY15" fmla="*/ 114300 h 476831"/>
                <a:gd name="connsiteX16" fmla="*/ 60960 w 496886"/>
                <a:gd name="connsiteY16" fmla="*/ 216218 h 476831"/>
                <a:gd name="connsiteX17" fmla="*/ 58102 w 496886"/>
                <a:gd name="connsiteY17" fmla="*/ 239077 h 476831"/>
                <a:gd name="connsiteX18" fmla="*/ 148590 w 496886"/>
                <a:gd name="connsiteY18" fmla="*/ 333375 h 476831"/>
                <a:gd name="connsiteX19" fmla="*/ 204788 w 496886"/>
                <a:gd name="connsiteY19" fmla="*/ 313373 h 476831"/>
                <a:gd name="connsiteX20" fmla="*/ 286703 w 496886"/>
                <a:gd name="connsiteY20" fmla="*/ 352425 h 476831"/>
                <a:gd name="connsiteX21" fmla="*/ 394893 w 496886"/>
                <a:gd name="connsiteY21" fmla="*/ 375064 h 476831"/>
                <a:gd name="connsiteX22" fmla="*/ 439103 w 496886"/>
                <a:gd name="connsiteY22" fmla="*/ 400050 h 476831"/>
                <a:gd name="connsiteX23" fmla="*/ 457478 w 496886"/>
                <a:gd name="connsiteY23" fmla="*/ 397336 h 476831"/>
                <a:gd name="connsiteX24" fmla="*/ 496253 w 496886"/>
                <a:gd name="connsiteY24" fmla="*/ 476250 h 476831"/>
                <a:gd name="connsiteX25" fmla="*/ 456584 w 496886"/>
                <a:gd name="connsiteY25" fmla="*/ 353697 h 476831"/>
                <a:gd name="connsiteX26" fmla="*/ 462304 w 496886"/>
                <a:gd name="connsiteY26" fmla="*/ 384990 h 476831"/>
                <a:gd name="connsiteX0" fmla="*/ 462304 w 496886"/>
                <a:gd name="connsiteY0" fmla="*/ 384990 h 476831"/>
                <a:gd name="connsiteX1" fmla="*/ 495300 w 496886"/>
                <a:gd name="connsiteY1" fmla="*/ 400050 h 476831"/>
                <a:gd name="connsiteX2" fmla="*/ 432300 w 496886"/>
                <a:gd name="connsiteY2" fmla="*/ 354339 h 476831"/>
                <a:gd name="connsiteX3" fmla="*/ 449072 w 496886"/>
                <a:gd name="connsiteY3" fmla="*/ 370898 h 476831"/>
                <a:gd name="connsiteX4" fmla="*/ 472137 w 496886"/>
                <a:gd name="connsiteY4" fmla="*/ 381160 h 476831"/>
                <a:gd name="connsiteX5" fmla="*/ 448549 w 496886"/>
                <a:gd name="connsiteY5" fmla="*/ 327851 h 476831"/>
                <a:gd name="connsiteX6" fmla="*/ 371475 w 496886"/>
                <a:gd name="connsiteY6" fmla="*/ 276225 h 476831"/>
                <a:gd name="connsiteX7" fmla="*/ 342900 w 496886"/>
                <a:gd name="connsiteY7" fmla="*/ 247650 h 476831"/>
                <a:gd name="connsiteX8" fmla="*/ 342900 w 496886"/>
                <a:gd name="connsiteY8" fmla="*/ 247650 h 476831"/>
                <a:gd name="connsiteX9" fmla="*/ 342900 w 496886"/>
                <a:gd name="connsiteY9" fmla="*/ 247650 h 476831"/>
                <a:gd name="connsiteX10" fmla="*/ 342900 w 496886"/>
                <a:gd name="connsiteY10" fmla="*/ 247650 h 476831"/>
                <a:gd name="connsiteX11" fmla="*/ 342900 w 496886"/>
                <a:gd name="connsiteY11" fmla="*/ 238125 h 476831"/>
                <a:gd name="connsiteX12" fmla="*/ 247650 w 496886"/>
                <a:gd name="connsiteY12" fmla="*/ 142875 h 476831"/>
                <a:gd name="connsiteX13" fmla="*/ 219075 w 496886"/>
                <a:gd name="connsiteY13" fmla="*/ 114300 h 476831"/>
                <a:gd name="connsiteX14" fmla="*/ 109538 w 496886"/>
                <a:gd name="connsiteY14" fmla="*/ 0 h 476831"/>
                <a:gd name="connsiteX15" fmla="*/ 0 w 496886"/>
                <a:gd name="connsiteY15" fmla="*/ 114300 h 476831"/>
                <a:gd name="connsiteX16" fmla="*/ 60960 w 496886"/>
                <a:gd name="connsiteY16" fmla="*/ 216218 h 476831"/>
                <a:gd name="connsiteX17" fmla="*/ 58102 w 496886"/>
                <a:gd name="connsiteY17" fmla="*/ 239077 h 476831"/>
                <a:gd name="connsiteX18" fmla="*/ 148590 w 496886"/>
                <a:gd name="connsiteY18" fmla="*/ 333375 h 476831"/>
                <a:gd name="connsiteX19" fmla="*/ 204788 w 496886"/>
                <a:gd name="connsiteY19" fmla="*/ 313373 h 476831"/>
                <a:gd name="connsiteX20" fmla="*/ 286703 w 496886"/>
                <a:gd name="connsiteY20" fmla="*/ 352425 h 476831"/>
                <a:gd name="connsiteX21" fmla="*/ 394893 w 496886"/>
                <a:gd name="connsiteY21" fmla="*/ 375064 h 476831"/>
                <a:gd name="connsiteX22" fmla="*/ 439103 w 496886"/>
                <a:gd name="connsiteY22" fmla="*/ 400050 h 476831"/>
                <a:gd name="connsiteX23" fmla="*/ 457478 w 496886"/>
                <a:gd name="connsiteY23" fmla="*/ 397336 h 476831"/>
                <a:gd name="connsiteX24" fmla="*/ 496253 w 496886"/>
                <a:gd name="connsiteY24" fmla="*/ 476250 h 476831"/>
                <a:gd name="connsiteX25" fmla="*/ 456584 w 496886"/>
                <a:gd name="connsiteY25" fmla="*/ 353697 h 476831"/>
                <a:gd name="connsiteX26" fmla="*/ 462304 w 496886"/>
                <a:gd name="connsiteY26" fmla="*/ 384990 h 476831"/>
                <a:gd name="connsiteX0" fmla="*/ 462304 w 496886"/>
                <a:gd name="connsiteY0" fmla="*/ 384990 h 476831"/>
                <a:gd name="connsiteX1" fmla="*/ 429418 w 496886"/>
                <a:gd name="connsiteY1" fmla="*/ 344087 h 476831"/>
                <a:gd name="connsiteX2" fmla="*/ 432300 w 496886"/>
                <a:gd name="connsiteY2" fmla="*/ 354339 h 476831"/>
                <a:gd name="connsiteX3" fmla="*/ 449072 w 496886"/>
                <a:gd name="connsiteY3" fmla="*/ 370898 h 476831"/>
                <a:gd name="connsiteX4" fmla="*/ 472137 w 496886"/>
                <a:gd name="connsiteY4" fmla="*/ 381160 h 476831"/>
                <a:gd name="connsiteX5" fmla="*/ 448549 w 496886"/>
                <a:gd name="connsiteY5" fmla="*/ 327851 h 476831"/>
                <a:gd name="connsiteX6" fmla="*/ 371475 w 496886"/>
                <a:gd name="connsiteY6" fmla="*/ 276225 h 476831"/>
                <a:gd name="connsiteX7" fmla="*/ 342900 w 496886"/>
                <a:gd name="connsiteY7" fmla="*/ 247650 h 476831"/>
                <a:gd name="connsiteX8" fmla="*/ 342900 w 496886"/>
                <a:gd name="connsiteY8" fmla="*/ 247650 h 476831"/>
                <a:gd name="connsiteX9" fmla="*/ 342900 w 496886"/>
                <a:gd name="connsiteY9" fmla="*/ 247650 h 476831"/>
                <a:gd name="connsiteX10" fmla="*/ 342900 w 496886"/>
                <a:gd name="connsiteY10" fmla="*/ 247650 h 476831"/>
                <a:gd name="connsiteX11" fmla="*/ 342900 w 496886"/>
                <a:gd name="connsiteY11" fmla="*/ 238125 h 476831"/>
                <a:gd name="connsiteX12" fmla="*/ 247650 w 496886"/>
                <a:gd name="connsiteY12" fmla="*/ 142875 h 476831"/>
                <a:gd name="connsiteX13" fmla="*/ 219075 w 496886"/>
                <a:gd name="connsiteY13" fmla="*/ 114300 h 476831"/>
                <a:gd name="connsiteX14" fmla="*/ 109538 w 496886"/>
                <a:gd name="connsiteY14" fmla="*/ 0 h 476831"/>
                <a:gd name="connsiteX15" fmla="*/ 0 w 496886"/>
                <a:gd name="connsiteY15" fmla="*/ 114300 h 476831"/>
                <a:gd name="connsiteX16" fmla="*/ 60960 w 496886"/>
                <a:gd name="connsiteY16" fmla="*/ 216218 h 476831"/>
                <a:gd name="connsiteX17" fmla="*/ 58102 w 496886"/>
                <a:gd name="connsiteY17" fmla="*/ 239077 h 476831"/>
                <a:gd name="connsiteX18" fmla="*/ 148590 w 496886"/>
                <a:gd name="connsiteY18" fmla="*/ 333375 h 476831"/>
                <a:gd name="connsiteX19" fmla="*/ 204788 w 496886"/>
                <a:gd name="connsiteY19" fmla="*/ 313373 h 476831"/>
                <a:gd name="connsiteX20" fmla="*/ 286703 w 496886"/>
                <a:gd name="connsiteY20" fmla="*/ 352425 h 476831"/>
                <a:gd name="connsiteX21" fmla="*/ 394893 w 496886"/>
                <a:gd name="connsiteY21" fmla="*/ 375064 h 476831"/>
                <a:gd name="connsiteX22" fmla="*/ 439103 w 496886"/>
                <a:gd name="connsiteY22" fmla="*/ 400050 h 476831"/>
                <a:gd name="connsiteX23" fmla="*/ 457478 w 496886"/>
                <a:gd name="connsiteY23" fmla="*/ 397336 h 476831"/>
                <a:gd name="connsiteX24" fmla="*/ 496253 w 496886"/>
                <a:gd name="connsiteY24" fmla="*/ 476250 h 476831"/>
                <a:gd name="connsiteX25" fmla="*/ 456584 w 496886"/>
                <a:gd name="connsiteY25" fmla="*/ 353697 h 476831"/>
                <a:gd name="connsiteX26" fmla="*/ 462304 w 496886"/>
                <a:gd name="connsiteY26" fmla="*/ 384990 h 476831"/>
                <a:gd name="connsiteX0" fmla="*/ 453548 w 496886"/>
                <a:gd name="connsiteY0" fmla="*/ 380077 h 476831"/>
                <a:gd name="connsiteX1" fmla="*/ 429418 w 496886"/>
                <a:gd name="connsiteY1" fmla="*/ 344087 h 476831"/>
                <a:gd name="connsiteX2" fmla="*/ 432300 w 496886"/>
                <a:gd name="connsiteY2" fmla="*/ 354339 h 476831"/>
                <a:gd name="connsiteX3" fmla="*/ 449072 w 496886"/>
                <a:gd name="connsiteY3" fmla="*/ 370898 h 476831"/>
                <a:gd name="connsiteX4" fmla="*/ 472137 w 496886"/>
                <a:gd name="connsiteY4" fmla="*/ 381160 h 476831"/>
                <a:gd name="connsiteX5" fmla="*/ 448549 w 496886"/>
                <a:gd name="connsiteY5" fmla="*/ 327851 h 476831"/>
                <a:gd name="connsiteX6" fmla="*/ 371475 w 496886"/>
                <a:gd name="connsiteY6" fmla="*/ 276225 h 476831"/>
                <a:gd name="connsiteX7" fmla="*/ 342900 w 496886"/>
                <a:gd name="connsiteY7" fmla="*/ 247650 h 476831"/>
                <a:gd name="connsiteX8" fmla="*/ 342900 w 496886"/>
                <a:gd name="connsiteY8" fmla="*/ 247650 h 476831"/>
                <a:gd name="connsiteX9" fmla="*/ 342900 w 496886"/>
                <a:gd name="connsiteY9" fmla="*/ 247650 h 476831"/>
                <a:gd name="connsiteX10" fmla="*/ 342900 w 496886"/>
                <a:gd name="connsiteY10" fmla="*/ 247650 h 476831"/>
                <a:gd name="connsiteX11" fmla="*/ 342900 w 496886"/>
                <a:gd name="connsiteY11" fmla="*/ 238125 h 476831"/>
                <a:gd name="connsiteX12" fmla="*/ 247650 w 496886"/>
                <a:gd name="connsiteY12" fmla="*/ 142875 h 476831"/>
                <a:gd name="connsiteX13" fmla="*/ 219075 w 496886"/>
                <a:gd name="connsiteY13" fmla="*/ 114300 h 476831"/>
                <a:gd name="connsiteX14" fmla="*/ 109538 w 496886"/>
                <a:gd name="connsiteY14" fmla="*/ 0 h 476831"/>
                <a:gd name="connsiteX15" fmla="*/ 0 w 496886"/>
                <a:gd name="connsiteY15" fmla="*/ 114300 h 476831"/>
                <a:gd name="connsiteX16" fmla="*/ 60960 w 496886"/>
                <a:gd name="connsiteY16" fmla="*/ 216218 h 476831"/>
                <a:gd name="connsiteX17" fmla="*/ 58102 w 496886"/>
                <a:gd name="connsiteY17" fmla="*/ 239077 h 476831"/>
                <a:gd name="connsiteX18" fmla="*/ 148590 w 496886"/>
                <a:gd name="connsiteY18" fmla="*/ 333375 h 476831"/>
                <a:gd name="connsiteX19" fmla="*/ 204788 w 496886"/>
                <a:gd name="connsiteY19" fmla="*/ 313373 h 476831"/>
                <a:gd name="connsiteX20" fmla="*/ 286703 w 496886"/>
                <a:gd name="connsiteY20" fmla="*/ 352425 h 476831"/>
                <a:gd name="connsiteX21" fmla="*/ 394893 w 496886"/>
                <a:gd name="connsiteY21" fmla="*/ 375064 h 476831"/>
                <a:gd name="connsiteX22" fmla="*/ 439103 w 496886"/>
                <a:gd name="connsiteY22" fmla="*/ 400050 h 476831"/>
                <a:gd name="connsiteX23" fmla="*/ 457478 w 496886"/>
                <a:gd name="connsiteY23" fmla="*/ 397336 h 476831"/>
                <a:gd name="connsiteX24" fmla="*/ 496253 w 496886"/>
                <a:gd name="connsiteY24" fmla="*/ 476250 h 476831"/>
                <a:gd name="connsiteX25" fmla="*/ 456584 w 496886"/>
                <a:gd name="connsiteY25" fmla="*/ 353697 h 476831"/>
                <a:gd name="connsiteX26" fmla="*/ 453548 w 496886"/>
                <a:gd name="connsiteY26" fmla="*/ 380077 h 476831"/>
                <a:gd name="connsiteX0" fmla="*/ 456584 w 497055"/>
                <a:gd name="connsiteY0" fmla="*/ 353697 h 476876"/>
                <a:gd name="connsiteX1" fmla="*/ 429418 w 497055"/>
                <a:gd name="connsiteY1" fmla="*/ 344087 h 476876"/>
                <a:gd name="connsiteX2" fmla="*/ 432300 w 497055"/>
                <a:gd name="connsiteY2" fmla="*/ 354339 h 476876"/>
                <a:gd name="connsiteX3" fmla="*/ 449072 w 497055"/>
                <a:gd name="connsiteY3" fmla="*/ 370898 h 476876"/>
                <a:gd name="connsiteX4" fmla="*/ 472137 w 497055"/>
                <a:gd name="connsiteY4" fmla="*/ 381160 h 476876"/>
                <a:gd name="connsiteX5" fmla="*/ 448549 w 497055"/>
                <a:gd name="connsiteY5" fmla="*/ 327851 h 476876"/>
                <a:gd name="connsiteX6" fmla="*/ 371475 w 497055"/>
                <a:gd name="connsiteY6" fmla="*/ 276225 h 476876"/>
                <a:gd name="connsiteX7" fmla="*/ 342900 w 497055"/>
                <a:gd name="connsiteY7" fmla="*/ 247650 h 476876"/>
                <a:gd name="connsiteX8" fmla="*/ 342900 w 497055"/>
                <a:gd name="connsiteY8" fmla="*/ 247650 h 476876"/>
                <a:gd name="connsiteX9" fmla="*/ 342900 w 497055"/>
                <a:gd name="connsiteY9" fmla="*/ 247650 h 476876"/>
                <a:gd name="connsiteX10" fmla="*/ 342900 w 497055"/>
                <a:gd name="connsiteY10" fmla="*/ 247650 h 476876"/>
                <a:gd name="connsiteX11" fmla="*/ 342900 w 497055"/>
                <a:gd name="connsiteY11" fmla="*/ 238125 h 476876"/>
                <a:gd name="connsiteX12" fmla="*/ 247650 w 497055"/>
                <a:gd name="connsiteY12" fmla="*/ 142875 h 476876"/>
                <a:gd name="connsiteX13" fmla="*/ 219075 w 497055"/>
                <a:gd name="connsiteY13" fmla="*/ 114300 h 476876"/>
                <a:gd name="connsiteX14" fmla="*/ 109538 w 497055"/>
                <a:gd name="connsiteY14" fmla="*/ 0 h 476876"/>
                <a:gd name="connsiteX15" fmla="*/ 0 w 497055"/>
                <a:gd name="connsiteY15" fmla="*/ 114300 h 476876"/>
                <a:gd name="connsiteX16" fmla="*/ 60960 w 497055"/>
                <a:gd name="connsiteY16" fmla="*/ 216218 h 476876"/>
                <a:gd name="connsiteX17" fmla="*/ 58102 w 497055"/>
                <a:gd name="connsiteY17" fmla="*/ 239077 h 476876"/>
                <a:gd name="connsiteX18" fmla="*/ 148590 w 497055"/>
                <a:gd name="connsiteY18" fmla="*/ 333375 h 476876"/>
                <a:gd name="connsiteX19" fmla="*/ 204788 w 497055"/>
                <a:gd name="connsiteY19" fmla="*/ 313373 h 476876"/>
                <a:gd name="connsiteX20" fmla="*/ 286703 w 497055"/>
                <a:gd name="connsiteY20" fmla="*/ 352425 h 476876"/>
                <a:gd name="connsiteX21" fmla="*/ 394893 w 497055"/>
                <a:gd name="connsiteY21" fmla="*/ 375064 h 476876"/>
                <a:gd name="connsiteX22" fmla="*/ 439103 w 497055"/>
                <a:gd name="connsiteY22" fmla="*/ 400050 h 476876"/>
                <a:gd name="connsiteX23" fmla="*/ 457478 w 497055"/>
                <a:gd name="connsiteY23" fmla="*/ 397336 h 476876"/>
                <a:gd name="connsiteX24" fmla="*/ 496253 w 497055"/>
                <a:gd name="connsiteY24" fmla="*/ 476250 h 476876"/>
                <a:gd name="connsiteX25" fmla="*/ 456584 w 497055"/>
                <a:gd name="connsiteY25" fmla="*/ 353697 h 476876"/>
                <a:gd name="connsiteX0" fmla="*/ 456584 w 497055"/>
                <a:gd name="connsiteY0" fmla="*/ 353697 h 476876"/>
                <a:gd name="connsiteX1" fmla="*/ 429418 w 497055"/>
                <a:gd name="connsiteY1" fmla="*/ 344087 h 476876"/>
                <a:gd name="connsiteX2" fmla="*/ 432300 w 497055"/>
                <a:gd name="connsiteY2" fmla="*/ 354339 h 476876"/>
                <a:gd name="connsiteX3" fmla="*/ 472137 w 497055"/>
                <a:gd name="connsiteY3" fmla="*/ 381160 h 476876"/>
                <a:gd name="connsiteX4" fmla="*/ 448549 w 497055"/>
                <a:gd name="connsiteY4" fmla="*/ 327851 h 476876"/>
                <a:gd name="connsiteX5" fmla="*/ 371475 w 497055"/>
                <a:gd name="connsiteY5" fmla="*/ 276225 h 476876"/>
                <a:gd name="connsiteX6" fmla="*/ 342900 w 497055"/>
                <a:gd name="connsiteY6" fmla="*/ 247650 h 476876"/>
                <a:gd name="connsiteX7" fmla="*/ 342900 w 497055"/>
                <a:gd name="connsiteY7" fmla="*/ 247650 h 476876"/>
                <a:gd name="connsiteX8" fmla="*/ 342900 w 497055"/>
                <a:gd name="connsiteY8" fmla="*/ 247650 h 476876"/>
                <a:gd name="connsiteX9" fmla="*/ 342900 w 497055"/>
                <a:gd name="connsiteY9" fmla="*/ 247650 h 476876"/>
                <a:gd name="connsiteX10" fmla="*/ 342900 w 497055"/>
                <a:gd name="connsiteY10" fmla="*/ 238125 h 476876"/>
                <a:gd name="connsiteX11" fmla="*/ 247650 w 497055"/>
                <a:gd name="connsiteY11" fmla="*/ 142875 h 476876"/>
                <a:gd name="connsiteX12" fmla="*/ 219075 w 497055"/>
                <a:gd name="connsiteY12" fmla="*/ 114300 h 476876"/>
                <a:gd name="connsiteX13" fmla="*/ 109538 w 497055"/>
                <a:gd name="connsiteY13" fmla="*/ 0 h 476876"/>
                <a:gd name="connsiteX14" fmla="*/ 0 w 497055"/>
                <a:gd name="connsiteY14" fmla="*/ 114300 h 476876"/>
                <a:gd name="connsiteX15" fmla="*/ 60960 w 497055"/>
                <a:gd name="connsiteY15" fmla="*/ 216218 h 476876"/>
                <a:gd name="connsiteX16" fmla="*/ 58102 w 497055"/>
                <a:gd name="connsiteY16" fmla="*/ 239077 h 476876"/>
                <a:gd name="connsiteX17" fmla="*/ 148590 w 497055"/>
                <a:gd name="connsiteY17" fmla="*/ 333375 h 476876"/>
                <a:gd name="connsiteX18" fmla="*/ 204788 w 497055"/>
                <a:gd name="connsiteY18" fmla="*/ 313373 h 476876"/>
                <a:gd name="connsiteX19" fmla="*/ 286703 w 497055"/>
                <a:gd name="connsiteY19" fmla="*/ 352425 h 476876"/>
                <a:gd name="connsiteX20" fmla="*/ 394893 w 497055"/>
                <a:gd name="connsiteY20" fmla="*/ 375064 h 476876"/>
                <a:gd name="connsiteX21" fmla="*/ 439103 w 497055"/>
                <a:gd name="connsiteY21" fmla="*/ 400050 h 476876"/>
                <a:gd name="connsiteX22" fmla="*/ 457478 w 497055"/>
                <a:gd name="connsiteY22" fmla="*/ 397336 h 476876"/>
                <a:gd name="connsiteX23" fmla="*/ 496253 w 497055"/>
                <a:gd name="connsiteY23" fmla="*/ 476250 h 476876"/>
                <a:gd name="connsiteX24" fmla="*/ 456584 w 497055"/>
                <a:gd name="connsiteY24" fmla="*/ 353697 h 476876"/>
                <a:gd name="connsiteX0" fmla="*/ 456584 w 497055"/>
                <a:gd name="connsiteY0" fmla="*/ 353697 h 476876"/>
                <a:gd name="connsiteX1" fmla="*/ 429418 w 497055"/>
                <a:gd name="connsiteY1" fmla="*/ 344087 h 476876"/>
                <a:gd name="connsiteX2" fmla="*/ 472137 w 497055"/>
                <a:gd name="connsiteY2" fmla="*/ 381160 h 476876"/>
                <a:gd name="connsiteX3" fmla="*/ 448549 w 497055"/>
                <a:gd name="connsiteY3" fmla="*/ 327851 h 476876"/>
                <a:gd name="connsiteX4" fmla="*/ 371475 w 497055"/>
                <a:gd name="connsiteY4" fmla="*/ 276225 h 476876"/>
                <a:gd name="connsiteX5" fmla="*/ 342900 w 497055"/>
                <a:gd name="connsiteY5" fmla="*/ 247650 h 476876"/>
                <a:gd name="connsiteX6" fmla="*/ 342900 w 497055"/>
                <a:gd name="connsiteY6" fmla="*/ 247650 h 476876"/>
                <a:gd name="connsiteX7" fmla="*/ 342900 w 497055"/>
                <a:gd name="connsiteY7" fmla="*/ 247650 h 476876"/>
                <a:gd name="connsiteX8" fmla="*/ 342900 w 497055"/>
                <a:gd name="connsiteY8" fmla="*/ 247650 h 476876"/>
                <a:gd name="connsiteX9" fmla="*/ 342900 w 497055"/>
                <a:gd name="connsiteY9" fmla="*/ 238125 h 476876"/>
                <a:gd name="connsiteX10" fmla="*/ 247650 w 497055"/>
                <a:gd name="connsiteY10" fmla="*/ 142875 h 476876"/>
                <a:gd name="connsiteX11" fmla="*/ 219075 w 497055"/>
                <a:gd name="connsiteY11" fmla="*/ 114300 h 476876"/>
                <a:gd name="connsiteX12" fmla="*/ 109538 w 497055"/>
                <a:gd name="connsiteY12" fmla="*/ 0 h 476876"/>
                <a:gd name="connsiteX13" fmla="*/ 0 w 497055"/>
                <a:gd name="connsiteY13" fmla="*/ 114300 h 476876"/>
                <a:gd name="connsiteX14" fmla="*/ 60960 w 497055"/>
                <a:gd name="connsiteY14" fmla="*/ 216218 h 476876"/>
                <a:gd name="connsiteX15" fmla="*/ 58102 w 497055"/>
                <a:gd name="connsiteY15" fmla="*/ 239077 h 476876"/>
                <a:gd name="connsiteX16" fmla="*/ 148590 w 497055"/>
                <a:gd name="connsiteY16" fmla="*/ 333375 h 476876"/>
                <a:gd name="connsiteX17" fmla="*/ 204788 w 497055"/>
                <a:gd name="connsiteY17" fmla="*/ 313373 h 476876"/>
                <a:gd name="connsiteX18" fmla="*/ 286703 w 497055"/>
                <a:gd name="connsiteY18" fmla="*/ 352425 h 476876"/>
                <a:gd name="connsiteX19" fmla="*/ 394893 w 497055"/>
                <a:gd name="connsiteY19" fmla="*/ 375064 h 476876"/>
                <a:gd name="connsiteX20" fmla="*/ 439103 w 497055"/>
                <a:gd name="connsiteY20" fmla="*/ 400050 h 476876"/>
                <a:gd name="connsiteX21" fmla="*/ 457478 w 497055"/>
                <a:gd name="connsiteY21" fmla="*/ 397336 h 476876"/>
                <a:gd name="connsiteX22" fmla="*/ 496253 w 497055"/>
                <a:gd name="connsiteY22" fmla="*/ 476250 h 476876"/>
                <a:gd name="connsiteX23" fmla="*/ 456584 w 497055"/>
                <a:gd name="connsiteY23" fmla="*/ 353697 h 476876"/>
                <a:gd name="connsiteX0" fmla="*/ 456584 w 497055"/>
                <a:gd name="connsiteY0" fmla="*/ 353697 h 476876"/>
                <a:gd name="connsiteX1" fmla="*/ 472137 w 497055"/>
                <a:gd name="connsiteY1" fmla="*/ 381160 h 476876"/>
                <a:gd name="connsiteX2" fmla="*/ 448549 w 497055"/>
                <a:gd name="connsiteY2" fmla="*/ 327851 h 476876"/>
                <a:gd name="connsiteX3" fmla="*/ 371475 w 497055"/>
                <a:gd name="connsiteY3" fmla="*/ 276225 h 476876"/>
                <a:gd name="connsiteX4" fmla="*/ 342900 w 497055"/>
                <a:gd name="connsiteY4" fmla="*/ 247650 h 476876"/>
                <a:gd name="connsiteX5" fmla="*/ 342900 w 497055"/>
                <a:gd name="connsiteY5" fmla="*/ 247650 h 476876"/>
                <a:gd name="connsiteX6" fmla="*/ 342900 w 497055"/>
                <a:gd name="connsiteY6" fmla="*/ 247650 h 476876"/>
                <a:gd name="connsiteX7" fmla="*/ 342900 w 497055"/>
                <a:gd name="connsiteY7" fmla="*/ 247650 h 476876"/>
                <a:gd name="connsiteX8" fmla="*/ 342900 w 497055"/>
                <a:gd name="connsiteY8" fmla="*/ 238125 h 476876"/>
                <a:gd name="connsiteX9" fmla="*/ 247650 w 497055"/>
                <a:gd name="connsiteY9" fmla="*/ 142875 h 476876"/>
                <a:gd name="connsiteX10" fmla="*/ 219075 w 497055"/>
                <a:gd name="connsiteY10" fmla="*/ 114300 h 476876"/>
                <a:gd name="connsiteX11" fmla="*/ 109538 w 497055"/>
                <a:gd name="connsiteY11" fmla="*/ 0 h 476876"/>
                <a:gd name="connsiteX12" fmla="*/ 0 w 497055"/>
                <a:gd name="connsiteY12" fmla="*/ 114300 h 476876"/>
                <a:gd name="connsiteX13" fmla="*/ 60960 w 497055"/>
                <a:gd name="connsiteY13" fmla="*/ 216218 h 476876"/>
                <a:gd name="connsiteX14" fmla="*/ 58102 w 497055"/>
                <a:gd name="connsiteY14" fmla="*/ 239077 h 476876"/>
                <a:gd name="connsiteX15" fmla="*/ 148590 w 497055"/>
                <a:gd name="connsiteY15" fmla="*/ 333375 h 476876"/>
                <a:gd name="connsiteX16" fmla="*/ 204788 w 497055"/>
                <a:gd name="connsiteY16" fmla="*/ 313373 h 476876"/>
                <a:gd name="connsiteX17" fmla="*/ 286703 w 497055"/>
                <a:gd name="connsiteY17" fmla="*/ 352425 h 476876"/>
                <a:gd name="connsiteX18" fmla="*/ 394893 w 497055"/>
                <a:gd name="connsiteY18" fmla="*/ 375064 h 476876"/>
                <a:gd name="connsiteX19" fmla="*/ 439103 w 497055"/>
                <a:gd name="connsiteY19" fmla="*/ 400050 h 476876"/>
                <a:gd name="connsiteX20" fmla="*/ 457478 w 497055"/>
                <a:gd name="connsiteY20" fmla="*/ 397336 h 476876"/>
                <a:gd name="connsiteX21" fmla="*/ 496253 w 497055"/>
                <a:gd name="connsiteY21" fmla="*/ 476250 h 476876"/>
                <a:gd name="connsiteX22" fmla="*/ 456584 w 497055"/>
                <a:gd name="connsiteY22" fmla="*/ 353697 h 476876"/>
                <a:gd name="connsiteX0" fmla="*/ 456584 w 497055"/>
                <a:gd name="connsiteY0" fmla="*/ 353697 h 476876"/>
                <a:gd name="connsiteX1" fmla="*/ 472137 w 497055"/>
                <a:gd name="connsiteY1" fmla="*/ 381160 h 476876"/>
                <a:gd name="connsiteX2" fmla="*/ 448549 w 497055"/>
                <a:gd name="connsiteY2" fmla="*/ 327851 h 476876"/>
                <a:gd name="connsiteX3" fmla="*/ 371475 w 497055"/>
                <a:gd name="connsiteY3" fmla="*/ 276225 h 476876"/>
                <a:gd name="connsiteX4" fmla="*/ 342900 w 497055"/>
                <a:gd name="connsiteY4" fmla="*/ 247650 h 476876"/>
                <a:gd name="connsiteX5" fmla="*/ 342900 w 497055"/>
                <a:gd name="connsiteY5" fmla="*/ 247650 h 476876"/>
                <a:gd name="connsiteX6" fmla="*/ 342900 w 497055"/>
                <a:gd name="connsiteY6" fmla="*/ 247650 h 476876"/>
                <a:gd name="connsiteX7" fmla="*/ 342900 w 497055"/>
                <a:gd name="connsiteY7" fmla="*/ 247650 h 476876"/>
                <a:gd name="connsiteX8" fmla="*/ 342900 w 497055"/>
                <a:gd name="connsiteY8" fmla="*/ 238125 h 476876"/>
                <a:gd name="connsiteX9" fmla="*/ 247650 w 497055"/>
                <a:gd name="connsiteY9" fmla="*/ 142875 h 476876"/>
                <a:gd name="connsiteX10" fmla="*/ 219075 w 497055"/>
                <a:gd name="connsiteY10" fmla="*/ 114300 h 476876"/>
                <a:gd name="connsiteX11" fmla="*/ 109538 w 497055"/>
                <a:gd name="connsiteY11" fmla="*/ 0 h 476876"/>
                <a:gd name="connsiteX12" fmla="*/ 0 w 497055"/>
                <a:gd name="connsiteY12" fmla="*/ 114300 h 476876"/>
                <a:gd name="connsiteX13" fmla="*/ 60960 w 497055"/>
                <a:gd name="connsiteY13" fmla="*/ 216218 h 476876"/>
                <a:gd name="connsiteX14" fmla="*/ 58102 w 497055"/>
                <a:gd name="connsiteY14" fmla="*/ 239077 h 476876"/>
                <a:gd name="connsiteX15" fmla="*/ 148590 w 497055"/>
                <a:gd name="connsiteY15" fmla="*/ 333375 h 476876"/>
                <a:gd name="connsiteX16" fmla="*/ 204788 w 497055"/>
                <a:gd name="connsiteY16" fmla="*/ 313373 h 476876"/>
                <a:gd name="connsiteX17" fmla="*/ 286703 w 497055"/>
                <a:gd name="connsiteY17" fmla="*/ 352425 h 476876"/>
                <a:gd name="connsiteX18" fmla="*/ 394893 w 497055"/>
                <a:gd name="connsiteY18" fmla="*/ 375064 h 476876"/>
                <a:gd name="connsiteX19" fmla="*/ 439103 w 497055"/>
                <a:gd name="connsiteY19" fmla="*/ 400050 h 476876"/>
                <a:gd name="connsiteX20" fmla="*/ 496253 w 497055"/>
                <a:gd name="connsiteY20" fmla="*/ 476250 h 476876"/>
                <a:gd name="connsiteX21" fmla="*/ 456584 w 497055"/>
                <a:gd name="connsiteY21" fmla="*/ 353697 h 476876"/>
                <a:gd name="connsiteX0" fmla="*/ 456584 w 497055"/>
                <a:gd name="connsiteY0" fmla="*/ 353697 h 476876"/>
                <a:gd name="connsiteX1" fmla="*/ 448549 w 497055"/>
                <a:gd name="connsiteY1" fmla="*/ 327851 h 476876"/>
                <a:gd name="connsiteX2" fmla="*/ 371475 w 497055"/>
                <a:gd name="connsiteY2" fmla="*/ 276225 h 476876"/>
                <a:gd name="connsiteX3" fmla="*/ 342900 w 497055"/>
                <a:gd name="connsiteY3" fmla="*/ 247650 h 476876"/>
                <a:gd name="connsiteX4" fmla="*/ 342900 w 497055"/>
                <a:gd name="connsiteY4" fmla="*/ 247650 h 476876"/>
                <a:gd name="connsiteX5" fmla="*/ 342900 w 497055"/>
                <a:gd name="connsiteY5" fmla="*/ 247650 h 476876"/>
                <a:gd name="connsiteX6" fmla="*/ 342900 w 497055"/>
                <a:gd name="connsiteY6" fmla="*/ 247650 h 476876"/>
                <a:gd name="connsiteX7" fmla="*/ 342900 w 497055"/>
                <a:gd name="connsiteY7" fmla="*/ 238125 h 476876"/>
                <a:gd name="connsiteX8" fmla="*/ 247650 w 497055"/>
                <a:gd name="connsiteY8" fmla="*/ 142875 h 476876"/>
                <a:gd name="connsiteX9" fmla="*/ 219075 w 497055"/>
                <a:gd name="connsiteY9" fmla="*/ 114300 h 476876"/>
                <a:gd name="connsiteX10" fmla="*/ 109538 w 497055"/>
                <a:gd name="connsiteY10" fmla="*/ 0 h 476876"/>
                <a:gd name="connsiteX11" fmla="*/ 0 w 497055"/>
                <a:gd name="connsiteY11" fmla="*/ 114300 h 476876"/>
                <a:gd name="connsiteX12" fmla="*/ 60960 w 497055"/>
                <a:gd name="connsiteY12" fmla="*/ 216218 h 476876"/>
                <a:gd name="connsiteX13" fmla="*/ 58102 w 497055"/>
                <a:gd name="connsiteY13" fmla="*/ 239077 h 476876"/>
                <a:gd name="connsiteX14" fmla="*/ 148590 w 497055"/>
                <a:gd name="connsiteY14" fmla="*/ 333375 h 476876"/>
                <a:gd name="connsiteX15" fmla="*/ 204788 w 497055"/>
                <a:gd name="connsiteY15" fmla="*/ 313373 h 476876"/>
                <a:gd name="connsiteX16" fmla="*/ 286703 w 497055"/>
                <a:gd name="connsiteY16" fmla="*/ 352425 h 476876"/>
                <a:gd name="connsiteX17" fmla="*/ 394893 w 497055"/>
                <a:gd name="connsiteY17" fmla="*/ 375064 h 476876"/>
                <a:gd name="connsiteX18" fmla="*/ 439103 w 497055"/>
                <a:gd name="connsiteY18" fmla="*/ 400050 h 476876"/>
                <a:gd name="connsiteX19" fmla="*/ 496253 w 497055"/>
                <a:gd name="connsiteY19" fmla="*/ 476250 h 476876"/>
                <a:gd name="connsiteX20" fmla="*/ 456584 w 497055"/>
                <a:gd name="connsiteY20" fmla="*/ 353697 h 476876"/>
                <a:gd name="connsiteX0" fmla="*/ 456584 w 497055"/>
                <a:gd name="connsiteY0" fmla="*/ 353697 h 476876"/>
                <a:gd name="connsiteX1" fmla="*/ 448549 w 497055"/>
                <a:gd name="connsiteY1" fmla="*/ 327851 h 476876"/>
                <a:gd name="connsiteX2" fmla="*/ 371475 w 497055"/>
                <a:gd name="connsiteY2" fmla="*/ 276225 h 476876"/>
                <a:gd name="connsiteX3" fmla="*/ 342900 w 497055"/>
                <a:gd name="connsiteY3" fmla="*/ 247650 h 476876"/>
                <a:gd name="connsiteX4" fmla="*/ 342900 w 497055"/>
                <a:gd name="connsiteY4" fmla="*/ 247650 h 476876"/>
                <a:gd name="connsiteX5" fmla="*/ 342900 w 497055"/>
                <a:gd name="connsiteY5" fmla="*/ 247650 h 476876"/>
                <a:gd name="connsiteX6" fmla="*/ 342900 w 497055"/>
                <a:gd name="connsiteY6" fmla="*/ 247650 h 476876"/>
                <a:gd name="connsiteX7" fmla="*/ 342900 w 497055"/>
                <a:gd name="connsiteY7" fmla="*/ 238125 h 476876"/>
                <a:gd name="connsiteX8" fmla="*/ 247650 w 497055"/>
                <a:gd name="connsiteY8" fmla="*/ 142875 h 476876"/>
                <a:gd name="connsiteX9" fmla="*/ 219075 w 497055"/>
                <a:gd name="connsiteY9" fmla="*/ 114300 h 476876"/>
                <a:gd name="connsiteX10" fmla="*/ 109538 w 497055"/>
                <a:gd name="connsiteY10" fmla="*/ 0 h 476876"/>
                <a:gd name="connsiteX11" fmla="*/ 0 w 497055"/>
                <a:gd name="connsiteY11" fmla="*/ 114300 h 476876"/>
                <a:gd name="connsiteX12" fmla="*/ 60960 w 497055"/>
                <a:gd name="connsiteY12" fmla="*/ 216218 h 476876"/>
                <a:gd name="connsiteX13" fmla="*/ 58102 w 497055"/>
                <a:gd name="connsiteY13" fmla="*/ 239077 h 476876"/>
                <a:gd name="connsiteX14" fmla="*/ 148590 w 497055"/>
                <a:gd name="connsiteY14" fmla="*/ 333375 h 476876"/>
                <a:gd name="connsiteX15" fmla="*/ 204788 w 497055"/>
                <a:gd name="connsiteY15" fmla="*/ 313373 h 476876"/>
                <a:gd name="connsiteX16" fmla="*/ 286703 w 497055"/>
                <a:gd name="connsiteY16" fmla="*/ 352425 h 476876"/>
                <a:gd name="connsiteX17" fmla="*/ 394893 w 497055"/>
                <a:gd name="connsiteY17" fmla="*/ 375064 h 476876"/>
                <a:gd name="connsiteX18" fmla="*/ 453839 w 497055"/>
                <a:gd name="connsiteY18" fmla="*/ 397380 h 476876"/>
                <a:gd name="connsiteX19" fmla="*/ 496253 w 497055"/>
                <a:gd name="connsiteY19" fmla="*/ 476250 h 476876"/>
                <a:gd name="connsiteX20" fmla="*/ 456584 w 497055"/>
                <a:gd name="connsiteY20" fmla="*/ 353697 h 47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97055" h="476876">
                  <a:moveTo>
                    <a:pt x="456584" y="353697"/>
                  </a:moveTo>
                  <a:cubicBezTo>
                    <a:pt x="448633" y="328964"/>
                    <a:pt x="462734" y="340763"/>
                    <a:pt x="448549" y="327851"/>
                  </a:cubicBezTo>
                  <a:cubicBezTo>
                    <a:pt x="434364" y="314939"/>
                    <a:pt x="389083" y="289592"/>
                    <a:pt x="371475" y="276225"/>
                  </a:cubicBezTo>
                  <a:cubicBezTo>
                    <a:pt x="353867" y="262858"/>
                    <a:pt x="342900" y="263843"/>
                    <a:pt x="342900" y="247650"/>
                  </a:cubicBezTo>
                  <a:lnTo>
                    <a:pt x="342900" y="247650"/>
                  </a:lnTo>
                  <a:lnTo>
                    <a:pt x="342900" y="247650"/>
                  </a:lnTo>
                  <a:lnTo>
                    <a:pt x="342900" y="247650"/>
                  </a:lnTo>
                  <a:lnTo>
                    <a:pt x="342900" y="238125"/>
                  </a:lnTo>
                  <a:cubicBezTo>
                    <a:pt x="342900" y="185738"/>
                    <a:pt x="300038" y="142875"/>
                    <a:pt x="247650" y="142875"/>
                  </a:cubicBezTo>
                  <a:cubicBezTo>
                    <a:pt x="231458" y="142875"/>
                    <a:pt x="219075" y="130493"/>
                    <a:pt x="219075" y="114300"/>
                  </a:cubicBezTo>
                  <a:cubicBezTo>
                    <a:pt x="219075" y="51435"/>
                    <a:pt x="170498" y="0"/>
                    <a:pt x="109538" y="0"/>
                  </a:cubicBezTo>
                  <a:cubicBezTo>
                    <a:pt x="48577" y="0"/>
                    <a:pt x="0" y="51435"/>
                    <a:pt x="0" y="114300"/>
                  </a:cubicBezTo>
                  <a:cubicBezTo>
                    <a:pt x="0" y="159068"/>
                    <a:pt x="24765" y="198120"/>
                    <a:pt x="60960" y="216218"/>
                  </a:cubicBezTo>
                  <a:cubicBezTo>
                    <a:pt x="59055" y="223838"/>
                    <a:pt x="58102" y="231458"/>
                    <a:pt x="58102" y="239077"/>
                  </a:cubicBezTo>
                  <a:cubicBezTo>
                    <a:pt x="58102" y="291465"/>
                    <a:pt x="98107" y="333375"/>
                    <a:pt x="148590" y="333375"/>
                  </a:cubicBezTo>
                  <a:cubicBezTo>
                    <a:pt x="169545" y="333375"/>
                    <a:pt x="189548" y="325755"/>
                    <a:pt x="204788" y="313373"/>
                  </a:cubicBezTo>
                  <a:cubicBezTo>
                    <a:pt x="223838" y="337185"/>
                    <a:pt x="253365" y="352425"/>
                    <a:pt x="286703" y="352425"/>
                  </a:cubicBezTo>
                  <a:cubicBezTo>
                    <a:pt x="321628" y="352425"/>
                    <a:pt x="359968" y="375064"/>
                    <a:pt x="394893" y="375064"/>
                  </a:cubicBezTo>
                  <a:cubicBezTo>
                    <a:pt x="421563" y="375064"/>
                    <a:pt x="453839" y="370710"/>
                    <a:pt x="453839" y="397380"/>
                  </a:cubicBezTo>
                  <a:lnTo>
                    <a:pt x="496253" y="476250"/>
                  </a:lnTo>
                  <a:cubicBezTo>
                    <a:pt x="502777" y="486153"/>
                    <a:pt x="467723" y="375724"/>
                    <a:pt x="456584" y="353697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24" name="Gráfico 23" descr="Eletricista masculino com preenchimento sólido">
              <a:extLst>
                <a:ext uri="{FF2B5EF4-FFF2-40B4-BE49-F238E27FC236}">
                  <a16:creationId xmlns:a16="http://schemas.microsoft.com/office/drawing/2014/main" id="{598C332B-2BF7-BA32-E2B4-90DA60F11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899398" y="4521924"/>
              <a:ext cx="914400" cy="914400"/>
            </a:xfrm>
            <a:prstGeom prst="rect">
              <a:avLst/>
            </a:prstGeom>
          </p:spPr>
        </p:pic>
      </p:grpSp>
      <p:grpSp>
        <p:nvGrpSpPr>
          <p:cNvPr id="1086" name="Agrupar 1085">
            <a:extLst>
              <a:ext uri="{FF2B5EF4-FFF2-40B4-BE49-F238E27FC236}">
                <a16:creationId xmlns:a16="http://schemas.microsoft.com/office/drawing/2014/main" id="{04374A35-ECA4-11B9-4A9B-C07C13F44428}"/>
              </a:ext>
            </a:extLst>
          </p:cNvPr>
          <p:cNvGrpSpPr/>
          <p:nvPr/>
        </p:nvGrpSpPr>
        <p:grpSpPr>
          <a:xfrm>
            <a:off x="680086" y="2598105"/>
            <a:ext cx="1380120" cy="1340144"/>
            <a:chOff x="433821" y="4187581"/>
            <a:chExt cx="1770490" cy="1719206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8189B8A6-0108-DBC0-50DB-5404A9493059}"/>
                </a:ext>
              </a:extLst>
            </p:cNvPr>
            <p:cNvSpPr/>
            <p:nvPr/>
          </p:nvSpPr>
          <p:spPr>
            <a:xfrm>
              <a:off x="485105" y="4187581"/>
              <a:ext cx="1719206" cy="171920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B0F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9" name="Gráfico 38" descr="Mão de robô com preenchimento sólido">
              <a:extLst>
                <a:ext uri="{FF2B5EF4-FFF2-40B4-BE49-F238E27FC236}">
                  <a16:creationId xmlns:a16="http://schemas.microsoft.com/office/drawing/2014/main" id="{B21C9DE3-F896-3E61-8E15-DB10CD3EE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2913" y="4783700"/>
              <a:ext cx="914400" cy="914400"/>
            </a:xfrm>
            <a:prstGeom prst="rect">
              <a:avLst/>
            </a:prstGeom>
          </p:spPr>
        </p:pic>
        <p:sp>
          <p:nvSpPr>
            <p:cNvPr id="1033" name="Forma Livre: Forma 1032">
              <a:extLst>
                <a:ext uri="{FF2B5EF4-FFF2-40B4-BE49-F238E27FC236}">
                  <a16:creationId xmlns:a16="http://schemas.microsoft.com/office/drawing/2014/main" id="{30C18BAF-53D4-5DDD-527B-490E343659EA}"/>
                </a:ext>
              </a:extLst>
            </p:cNvPr>
            <p:cNvSpPr/>
            <p:nvPr/>
          </p:nvSpPr>
          <p:spPr>
            <a:xfrm rot="2536092">
              <a:off x="1251872" y="4519896"/>
              <a:ext cx="497055" cy="476876"/>
            </a:xfrm>
            <a:custGeom>
              <a:avLst/>
              <a:gdLst>
                <a:gd name="connsiteX0" fmla="*/ 495300 w 496252"/>
                <a:gd name="connsiteY0" fmla="*/ 400050 h 476250"/>
                <a:gd name="connsiteX1" fmla="*/ 495300 w 496252"/>
                <a:gd name="connsiteY1" fmla="*/ 400050 h 476250"/>
                <a:gd name="connsiteX2" fmla="*/ 495300 w 496252"/>
                <a:gd name="connsiteY2" fmla="*/ 400050 h 476250"/>
                <a:gd name="connsiteX3" fmla="*/ 494348 w 496252"/>
                <a:gd name="connsiteY3" fmla="*/ 387668 h 476250"/>
                <a:gd name="connsiteX4" fmla="*/ 494348 w 496252"/>
                <a:gd name="connsiteY4" fmla="*/ 386715 h 476250"/>
                <a:gd name="connsiteX5" fmla="*/ 493395 w 496252"/>
                <a:gd name="connsiteY5" fmla="*/ 377190 h 476250"/>
                <a:gd name="connsiteX6" fmla="*/ 371475 w 496252"/>
                <a:gd name="connsiteY6" fmla="*/ 276225 h 476250"/>
                <a:gd name="connsiteX7" fmla="*/ 342900 w 496252"/>
                <a:gd name="connsiteY7" fmla="*/ 247650 h 476250"/>
                <a:gd name="connsiteX8" fmla="*/ 342900 w 496252"/>
                <a:gd name="connsiteY8" fmla="*/ 247650 h 476250"/>
                <a:gd name="connsiteX9" fmla="*/ 342900 w 496252"/>
                <a:gd name="connsiteY9" fmla="*/ 247650 h 476250"/>
                <a:gd name="connsiteX10" fmla="*/ 342900 w 496252"/>
                <a:gd name="connsiteY10" fmla="*/ 247650 h 476250"/>
                <a:gd name="connsiteX11" fmla="*/ 342900 w 496252"/>
                <a:gd name="connsiteY11" fmla="*/ 238125 h 476250"/>
                <a:gd name="connsiteX12" fmla="*/ 247650 w 496252"/>
                <a:gd name="connsiteY12" fmla="*/ 142875 h 476250"/>
                <a:gd name="connsiteX13" fmla="*/ 219075 w 496252"/>
                <a:gd name="connsiteY13" fmla="*/ 114300 h 476250"/>
                <a:gd name="connsiteX14" fmla="*/ 109538 w 496252"/>
                <a:gd name="connsiteY14" fmla="*/ 0 h 476250"/>
                <a:gd name="connsiteX15" fmla="*/ 0 w 496252"/>
                <a:gd name="connsiteY15" fmla="*/ 114300 h 476250"/>
                <a:gd name="connsiteX16" fmla="*/ 60960 w 496252"/>
                <a:gd name="connsiteY16" fmla="*/ 216218 h 476250"/>
                <a:gd name="connsiteX17" fmla="*/ 58102 w 496252"/>
                <a:gd name="connsiteY17" fmla="*/ 239077 h 476250"/>
                <a:gd name="connsiteX18" fmla="*/ 148590 w 496252"/>
                <a:gd name="connsiteY18" fmla="*/ 333375 h 476250"/>
                <a:gd name="connsiteX19" fmla="*/ 204788 w 496252"/>
                <a:gd name="connsiteY19" fmla="*/ 313373 h 476250"/>
                <a:gd name="connsiteX20" fmla="*/ 286703 w 496252"/>
                <a:gd name="connsiteY20" fmla="*/ 352425 h 476250"/>
                <a:gd name="connsiteX21" fmla="*/ 391478 w 496252"/>
                <a:gd name="connsiteY21" fmla="*/ 352425 h 476250"/>
                <a:gd name="connsiteX22" fmla="*/ 439103 w 496252"/>
                <a:gd name="connsiteY22" fmla="*/ 400050 h 476250"/>
                <a:gd name="connsiteX23" fmla="*/ 439103 w 496252"/>
                <a:gd name="connsiteY23" fmla="*/ 476250 h 476250"/>
                <a:gd name="connsiteX24" fmla="*/ 496253 w 496252"/>
                <a:gd name="connsiteY24" fmla="*/ 476250 h 476250"/>
                <a:gd name="connsiteX25" fmla="*/ 495300 w 496252"/>
                <a:gd name="connsiteY25" fmla="*/ 400050 h 476250"/>
                <a:gd name="connsiteX0" fmla="*/ 495300 w 496253"/>
                <a:gd name="connsiteY0" fmla="*/ 400050 h 476250"/>
                <a:gd name="connsiteX1" fmla="*/ 495300 w 496253"/>
                <a:gd name="connsiteY1" fmla="*/ 400050 h 476250"/>
                <a:gd name="connsiteX2" fmla="*/ 495300 w 496253"/>
                <a:gd name="connsiteY2" fmla="*/ 400050 h 476250"/>
                <a:gd name="connsiteX3" fmla="*/ 494348 w 496253"/>
                <a:gd name="connsiteY3" fmla="*/ 387668 h 476250"/>
                <a:gd name="connsiteX4" fmla="*/ 494348 w 496253"/>
                <a:gd name="connsiteY4" fmla="*/ 386715 h 476250"/>
                <a:gd name="connsiteX5" fmla="*/ 493395 w 496253"/>
                <a:gd name="connsiteY5" fmla="*/ 377190 h 476250"/>
                <a:gd name="connsiteX6" fmla="*/ 371475 w 496253"/>
                <a:gd name="connsiteY6" fmla="*/ 276225 h 476250"/>
                <a:gd name="connsiteX7" fmla="*/ 342900 w 496253"/>
                <a:gd name="connsiteY7" fmla="*/ 247650 h 476250"/>
                <a:gd name="connsiteX8" fmla="*/ 342900 w 496253"/>
                <a:gd name="connsiteY8" fmla="*/ 247650 h 476250"/>
                <a:gd name="connsiteX9" fmla="*/ 342900 w 496253"/>
                <a:gd name="connsiteY9" fmla="*/ 247650 h 476250"/>
                <a:gd name="connsiteX10" fmla="*/ 342900 w 496253"/>
                <a:gd name="connsiteY10" fmla="*/ 247650 h 476250"/>
                <a:gd name="connsiteX11" fmla="*/ 342900 w 496253"/>
                <a:gd name="connsiteY11" fmla="*/ 238125 h 476250"/>
                <a:gd name="connsiteX12" fmla="*/ 247650 w 496253"/>
                <a:gd name="connsiteY12" fmla="*/ 142875 h 476250"/>
                <a:gd name="connsiteX13" fmla="*/ 219075 w 496253"/>
                <a:gd name="connsiteY13" fmla="*/ 114300 h 476250"/>
                <a:gd name="connsiteX14" fmla="*/ 109538 w 496253"/>
                <a:gd name="connsiteY14" fmla="*/ 0 h 476250"/>
                <a:gd name="connsiteX15" fmla="*/ 0 w 496253"/>
                <a:gd name="connsiteY15" fmla="*/ 114300 h 476250"/>
                <a:gd name="connsiteX16" fmla="*/ 60960 w 496253"/>
                <a:gd name="connsiteY16" fmla="*/ 216218 h 476250"/>
                <a:gd name="connsiteX17" fmla="*/ 58102 w 496253"/>
                <a:gd name="connsiteY17" fmla="*/ 239077 h 476250"/>
                <a:gd name="connsiteX18" fmla="*/ 148590 w 496253"/>
                <a:gd name="connsiteY18" fmla="*/ 333375 h 476250"/>
                <a:gd name="connsiteX19" fmla="*/ 204788 w 496253"/>
                <a:gd name="connsiteY19" fmla="*/ 313373 h 476250"/>
                <a:gd name="connsiteX20" fmla="*/ 286703 w 496253"/>
                <a:gd name="connsiteY20" fmla="*/ 352425 h 476250"/>
                <a:gd name="connsiteX21" fmla="*/ 394893 w 496253"/>
                <a:gd name="connsiteY21" fmla="*/ 375064 h 476250"/>
                <a:gd name="connsiteX22" fmla="*/ 439103 w 496253"/>
                <a:gd name="connsiteY22" fmla="*/ 400050 h 476250"/>
                <a:gd name="connsiteX23" fmla="*/ 439103 w 496253"/>
                <a:gd name="connsiteY23" fmla="*/ 476250 h 476250"/>
                <a:gd name="connsiteX24" fmla="*/ 496253 w 496253"/>
                <a:gd name="connsiteY24" fmla="*/ 476250 h 476250"/>
                <a:gd name="connsiteX25" fmla="*/ 495300 w 496253"/>
                <a:gd name="connsiteY25" fmla="*/ 400050 h 476250"/>
                <a:gd name="connsiteX0" fmla="*/ 495300 w 496253"/>
                <a:gd name="connsiteY0" fmla="*/ 400050 h 476250"/>
                <a:gd name="connsiteX1" fmla="*/ 495300 w 496253"/>
                <a:gd name="connsiteY1" fmla="*/ 400050 h 476250"/>
                <a:gd name="connsiteX2" fmla="*/ 495300 w 496253"/>
                <a:gd name="connsiteY2" fmla="*/ 400050 h 476250"/>
                <a:gd name="connsiteX3" fmla="*/ 494348 w 496253"/>
                <a:gd name="connsiteY3" fmla="*/ 387668 h 476250"/>
                <a:gd name="connsiteX4" fmla="*/ 494348 w 496253"/>
                <a:gd name="connsiteY4" fmla="*/ 386715 h 476250"/>
                <a:gd name="connsiteX5" fmla="*/ 493395 w 496253"/>
                <a:gd name="connsiteY5" fmla="*/ 377190 h 476250"/>
                <a:gd name="connsiteX6" fmla="*/ 371475 w 496253"/>
                <a:gd name="connsiteY6" fmla="*/ 276225 h 476250"/>
                <a:gd name="connsiteX7" fmla="*/ 342900 w 496253"/>
                <a:gd name="connsiteY7" fmla="*/ 247650 h 476250"/>
                <a:gd name="connsiteX8" fmla="*/ 342900 w 496253"/>
                <a:gd name="connsiteY8" fmla="*/ 247650 h 476250"/>
                <a:gd name="connsiteX9" fmla="*/ 342900 w 496253"/>
                <a:gd name="connsiteY9" fmla="*/ 247650 h 476250"/>
                <a:gd name="connsiteX10" fmla="*/ 342900 w 496253"/>
                <a:gd name="connsiteY10" fmla="*/ 247650 h 476250"/>
                <a:gd name="connsiteX11" fmla="*/ 342900 w 496253"/>
                <a:gd name="connsiteY11" fmla="*/ 238125 h 476250"/>
                <a:gd name="connsiteX12" fmla="*/ 247650 w 496253"/>
                <a:gd name="connsiteY12" fmla="*/ 142875 h 476250"/>
                <a:gd name="connsiteX13" fmla="*/ 219075 w 496253"/>
                <a:gd name="connsiteY13" fmla="*/ 114300 h 476250"/>
                <a:gd name="connsiteX14" fmla="*/ 109538 w 496253"/>
                <a:gd name="connsiteY14" fmla="*/ 0 h 476250"/>
                <a:gd name="connsiteX15" fmla="*/ 0 w 496253"/>
                <a:gd name="connsiteY15" fmla="*/ 114300 h 476250"/>
                <a:gd name="connsiteX16" fmla="*/ 60960 w 496253"/>
                <a:gd name="connsiteY16" fmla="*/ 216218 h 476250"/>
                <a:gd name="connsiteX17" fmla="*/ 58102 w 496253"/>
                <a:gd name="connsiteY17" fmla="*/ 239077 h 476250"/>
                <a:gd name="connsiteX18" fmla="*/ 148590 w 496253"/>
                <a:gd name="connsiteY18" fmla="*/ 333375 h 476250"/>
                <a:gd name="connsiteX19" fmla="*/ 204788 w 496253"/>
                <a:gd name="connsiteY19" fmla="*/ 313373 h 476250"/>
                <a:gd name="connsiteX20" fmla="*/ 286703 w 496253"/>
                <a:gd name="connsiteY20" fmla="*/ 352425 h 476250"/>
                <a:gd name="connsiteX21" fmla="*/ 394893 w 496253"/>
                <a:gd name="connsiteY21" fmla="*/ 375064 h 476250"/>
                <a:gd name="connsiteX22" fmla="*/ 439103 w 496253"/>
                <a:gd name="connsiteY22" fmla="*/ 400050 h 476250"/>
                <a:gd name="connsiteX23" fmla="*/ 457478 w 496253"/>
                <a:gd name="connsiteY23" fmla="*/ 397336 h 476250"/>
                <a:gd name="connsiteX24" fmla="*/ 496253 w 496253"/>
                <a:gd name="connsiteY24" fmla="*/ 476250 h 476250"/>
                <a:gd name="connsiteX25" fmla="*/ 495300 w 496253"/>
                <a:gd name="connsiteY25" fmla="*/ 400050 h 476250"/>
                <a:gd name="connsiteX0" fmla="*/ 495300 w 497279"/>
                <a:gd name="connsiteY0" fmla="*/ 400050 h 476933"/>
                <a:gd name="connsiteX1" fmla="*/ 495300 w 497279"/>
                <a:gd name="connsiteY1" fmla="*/ 400050 h 476933"/>
                <a:gd name="connsiteX2" fmla="*/ 495300 w 497279"/>
                <a:gd name="connsiteY2" fmla="*/ 400050 h 476933"/>
                <a:gd name="connsiteX3" fmla="*/ 494348 w 497279"/>
                <a:gd name="connsiteY3" fmla="*/ 387668 h 476933"/>
                <a:gd name="connsiteX4" fmla="*/ 494348 w 497279"/>
                <a:gd name="connsiteY4" fmla="*/ 386715 h 476933"/>
                <a:gd name="connsiteX5" fmla="*/ 493395 w 497279"/>
                <a:gd name="connsiteY5" fmla="*/ 377190 h 476933"/>
                <a:gd name="connsiteX6" fmla="*/ 371475 w 497279"/>
                <a:gd name="connsiteY6" fmla="*/ 276225 h 476933"/>
                <a:gd name="connsiteX7" fmla="*/ 342900 w 497279"/>
                <a:gd name="connsiteY7" fmla="*/ 247650 h 476933"/>
                <a:gd name="connsiteX8" fmla="*/ 342900 w 497279"/>
                <a:gd name="connsiteY8" fmla="*/ 247650 h 476933"/>
                <a:gd name="connsiteX9" fmla="*/ 342900 w 497279"/>
                <a:gd name="connsiteY9" fmla="*/ 247650 h 476933"/>
                <a:gd name="connsiteX10" fmla="*/ 342900 w 497279"/>
                <a:gd name="connsiteY10" fmla="*/ 247650 h 476933"/>
                <a:gd name="connsiteX11" fmla="*/ 342900 w 497279"/>
                <a:gd name="connsiteY11" fmla="*/ 238125 h 476933"/>
                <a:gd name="connsiteX12" fmla="*/ 247650 w 497279"/>
                <a:gd name="connsiteY12" fmla="*/ 142875 h 476933"/>
                <a:gd name="connsiteX13" fmla="*/ 219075 w 497279"/>
                <a:gd name="connsiteY13" fmla="*/ 114300 h 476933"/>
                <a:gd name="connsiteX14" fmla="*/ 109538 w 497279"/>
                <a:gd name="connsiteY14" fmla="*/ 0 h 476933"/>
                <a:gd name="connsiteX15" fmla="*/ 0 w 497279"/>
                <a:gd name="connsiteY15" fmla="*/ 114300 h 476933"/>
                <a:gd name="connsiteX16" fmla="*/ 60960 w 497279"/>
                <a:gd name="connsiteY16" fmla="*/ 216218 h 476933"/>
                <a:gd name="connsiteX17" fmla="*/ 58102 w 497279"/>
                <a:gd name="connsiteY17" fmla="*/ 239077 h 476933"/>
                <a:gd name="connsiteX18" fmla="*/ 148590 w 497279"/>
                <a:gd name="connsiteY18" fmla="*/ 333375 h 476933"/>
                <a:gd name="connsiteX19" fmla="*/ 204788 w 497279"/>
                <a:gd name="connsiteY19" fmla="*/ 313373 h 476933"/>
                <a:gd name="connsiteX20" fmla="*/ 286703 w 497279"/>
                <a:gd name="connsiteY20" fmla="*/ 352425 h 476933"/>
                <a:gd name="connsiteX21" fmla="*/ 394893 w 497279"/>
                <a:gd name="connsiteY21" fmla="*/ 375064 h 476933"/>
                <a:gd name="connsiteX22" fmla="*/ 439103 w 497279"/>
                <a:gd name="connsiteY22" fmla="*/ 400050 h 476933"/>
                <a:gd name="connsiteX23" fmla="*/ 457478 w 497279"/>
                <a:gd name="connsiteY23" fmla="*/ 397336 h 476933"/>
                <a:gd name="connsiteX24" fmla="*/ 496253 w 497279"/>
                <a:gd name="connsiteY24" fmla="*/ 476250 h 476933"/>
                <a:gd name="connsiteX25" fmla="*/ 475911 w 497279"/>
                <a:gd name="connsiteY25" fmla="*/ 372601 h 476933"/>
                <a:gd name="connsiteX26" fmla="*/ 495300 w 497279"/>
                <a:gd name="connsiteY26" fmla="*/ 400050 h 476933"/>
                <a:gd name="connsiteX0" fmla="*/ 495300 w 497740"/>
                <a:gd name="connsiteY0" fmla="*/ 400050 h 476933"/>
                <a:gd name="connsiteX1" fmla="*/ 495300 w 497740"/>
                <a:gd name="connsiteY1" fmla="*/ 400050 h 476933"/>
                <a:gd name="connsiteX2" fmla="*/ 495300 w 497740"/>
                <a:gd name="connsiteY2" fmla="*/ 400050 h 476933"/>
                <a:gd name="connsiteX3" fmla="*/ 494348 w 497740"/>
                <a:gd name="connsiteY3" fmla="*/ 387668 h 476933"/>
                <a:gd name="connsiteX4" fmla="*/ 494348 w 497740"/>
                <a:gd name="connsiteY4" fmla="*/ 386715 h 476933"/>
                <a:gd name="connsiteX5" fmla="*/ 448549 w 497740"/>
                <a:gd name="connsiteY5" fmla="*/ 327851 h 476933"/>
                <a:gd name="connsiteX6" fmla="*/ 371475 w 497740"/>
                <a:gd name="connsiteY6" fmla="*/ 276225 h 476933"/>
                <a:gd name="connsiteX7" fmla="*/ 342900 w 497740"/>
                <a:gd name="connsiteY7" fmla="*/ 247650 h 476933"/>
                <a:gd name="connsiteX8" fmla="*/ 342900 w 497740"/>
                <a:gd name="connsiteY8" fmla="*/ 247650 h 476933"/>
                <a:gd name="connsiteX9" fmla="*/ 342900 w 497740"/>
                <a:gd name="connsiteY9" fmla="*/ 247650 h 476933"/>
                <a:gd name="connsiteX10" fmla="*/ 342900 w 497740"/>
                <a:gd name="connsiteY10" fmla="*/ 247650 h 476933"/>
                <a:gd name="connsiteX11" fmla="*/ 342900 w 497740"/>
                <a:gd name="connsiteY11" fmla="*/ 238125 h 476933"/>
                <a:gd name="connsiteX12" fmla="*/ 247650 w 497740"/>
                <a:gd name="connsiteY12" fmla="*/ 142875 h 476933"/>
                <a:gd name="connsiteX13" fmla="*/ 219075 w 497740"/>
                <a:gd name="connsiteY13" fmla="*/ 114300 h 476933"/>
                <a:gd name="connsiteX14" fmla="*/ 109538 w 497740"/>
                <a:gd name="connsiteY14" fmla="*/ 0 h 476933"/>
                <a:gd name="connsiteX15" fmla="*/ 0 w 497740"/>
                <a:gd name="connsiteY15" fmla="*/ 114300 h 476933"/>
                <a:gd name="connsiteX16" fmla="*/ 60960 w 497740"/>
                <a:gd name="connsiteY16" fmla="*/ 216218 h 476933"/>
                <a:gd name="connsiteX17" fmla="*/ 58102 w 497740"/>
                <a:gd name="connsiteY17" fmla="*/ 239077 h 476933"/>
                <a:gd name="connsiteX18" fmla="*/ 148590 w 497740"/>
                <a:gd name="connsiteY18" fmla="*/ 333375 h 476933"/>
                <a:gd name="connsiteX19" fmla="*/ 204788 w 497740"/>
                <a:gd name="connsiteY19" fmla="*/ 313373 h 476933"/>
                <a:gd name="connsiteX20" fmla="*/ 286703 w 497740"/>
                <a:gd name="connsiteY20" fmla="*/ 352425 h 476933"/>
                <a:gd name="connsiteX21" fmla="*/ 394893 w 497740"/>
                <a:gd name="connsiteY21" fmla="*/ 375064 h 476933"/>
                <a:gd name="connsiteX22" fmla="*/ 439103 w 497740"/>
                <a:gd name="connsiteY22" fmla="*/ 400050 h 476933"/>
                <a:gd name="connsiteX23" fmla="*/ 457478 w 497740"/>
                <a:gd name="connsiteY23" fmla="*/ 397336 h 476933"/>
                <a:gd name="connsiteX24" fmla="*/ 496253 w 497740"/>
                <a:gd name="connsiteY24" fmla="*/ 476250 h 476933"/>
                <a:gd name="connsiteX25" fmla="*/ 475911 w 497740"/>
                <a:gd name="connsiteY25" fmla="*/ 372601 h 476933"/>
                <a:gd name="connsiteX26" fmla="*/ 495300 w 497740"/>
                <a:gd name="connsiteY26" fmla="*/ 400050 h 476933"/>
                <a:gd name="connsiteX0" fmla="*/ 495300 w 497279"/>
                <a:gd name="connsiteY0" fmla="*/ 400050 h 476933"/>
                <a:gd name="connsiteX1" fmla="*/ 495300 w 497279"/>
                <a:gd name="connsiteY1" fmla="*/ 400050 h 476933"/>
                <a:gd name="connsiteX2" fmla="*/ 495300 w 497279"/>
                <a:gd name="connsiteY2" fmla="*/ 400050 h 476933"/>
                <a:gd name="connsiteX3" fmla="*/ 494348 w 497279"/>
                <a:gd name="connsiteY3" fmla="*/ 387668 h 476933"/>
                <a:gd name="connsiteX4" fmla="*/ 472137 w 497279"/>
                <a:gd name="connsiteY4" fmla="*/ 381160 h 476933"/>
                <a:gd name="connsiteX5" fmla="*/ 448549 w 497279"/>
                <a:gd name="connsiteY5" fmla="*/ 327851 h 476933"/>
                <a:gd name="connsiteX6" fmla="*/ 371475 w 497279"/>
                <a:gd name="connsiteY6" fmla="*/ 276225 h 476933"/>
                <a:gd name="connsiteX7" fmla="*/ 342900 w 497279"/>
                <a:gd name="connsiteY7" fmla="*/ 247650 h 476933"/>
                <a:gd name="connsiteX8" fmla="*/ 342900 w 497279"/>
                <a:gd name="connsiteY8" fmla="*/ 247650 h 476933"/>
                <a:gd name="connsiteX9" fmla="*/ 342900 w 497279"/>
                <a:gd name="connsiteY9" fmla="*/ 247650 h 476933"/>
                <a:gd name="connsiteX10" fmla="*/ 342900 w 497279"/>
                <a:gd name="connsiteY10" fmla="*/ 247650 h 476933"/>
                <a:gd name="connsiteX11" fmla="*/ 342900 w 497279"/>
                <a:gd name="connsiteY11" fmla="*/ 238125 h 476933"/>
                <a:gd name="connsiteX12" fmla="*/ 247650 w 497279"/>
                <a:gd name="connsiteY12" fmla="*/ 142875 h 476933"/>
                <a:gd name="connsiteX13" fmla="*/ 219075 w 497279"/>
                <a:gd name="connsiteY13" fmla="*/ 114300 h 476933"/>
                <a:gd name="connsiteX14" fmla="*/ 109538 w 497279"/>
                <a:gd name="connsiteY14" fmla="*/ 0 h 476933"/>
                <a:gd name="connsiteX15" fmla="*/ 0 w 497279"/>
                <a:gd name="connsiteY15" fmla="*/ 114300 h 476933"/>
                <a:gd name="connsiteX16" fmla="*/ 60960 w 497279"/>
                <a:gd name="connsiteY16" fmla="*/ 216218 h 476933"/>
                <a:gd name="connsiteX17" fmla="*/ 58102 w 497279"/>
                <a:gd name="connsiteY17" fmla="*/ 239077 h 476933"/>
                <a:gd name="connsiteX18" fmla="*/ 148590 w 497279"/>
                <a:gd name="connsiteY18" fmla="*/ 333375 h 476933"/>
                <a:gd name="connsiteX19" fmla="*/ 204788 w 497279"/>
                <a:gd name="connsiteY19" fmla="*/ 313373 h 476933"/>
                <a:gd name="connsiteX20" fmla="*/ 286703 w 497279"/>
                <a:gd name="connsiteY20" fmla="*/ 352425 h 476933"/>
                <a:gd name="connsiteX21" fmla="*/ 394893 w 497279"/>
                <a:gd name="connsiteY21" fmla="*/ 375064 h 476933"/>
                <a:gd name="connsiteX22" fmla="*/ 439103 w 497279"/>
                <a:gd name="connsiteY22" fmla="*/ 400050 h 476933"/>
                <a:gd name="connsiteX23" fmla="*/ 457478 w 497279"/>
                <a:gd name="connsiteY23" fmla="*/ 397336 h 476933"/>
                <a:gd name="connsiteX24" fmla="*/ 496253 w 497279"/>
                <a:gd name="connsiteY24" fmla="*/ 476250 h 476933"/>
                <a:gd name="connsiteX25" fmla="*/ 475911 w 497279"/>
                <a:gd name="connsiteY25" fmla="*/ 372601 h 476933"/>
                <a:gd name="connsiteX26" fmla="*/ 495300 w 497279"/>
                <a:gd name="connsiteY26" fmla="*/ 400050 h 476933"/>
                <a:gd name="connsiteX0" fmla="*/ 462304 w 497279"/>
                <a:gd name="connsiteY0" fmla="*/ 384990 h 476933"/>
                <a:gd name="connsiteX1" fmla="*/ 495300 w 497279"/>
                <a:gd name="connsiteY1" fmla="*/ 400050 h 476933"/>
                <a:gd name="connsiteX2" fmla="*/ 495300 w 497279"/>
                <a:gd name="connsiteY2" fmla="*/ 400050 h 476933"/>
                <a:gd name="connsiteX3" fmla="*/ 494348 w 497279"/>
                <a:gd name="connsiteY3" fmla="*/ 387668 h 476933"/>
                <a:gd name="connsiteX4" fmla="*/ 472137 w 497279"/>
                <a:gd name="connsiteY4" fmla="*/ 381160 h 476933"/>
                <a:gd name="connsiteX5" fmla="*/ 448549 w 497279"/>
                <a:gd name="connsiteY5" fmla="*/ 327851 h 476933"/>
                <a:gd name="connsiteX6" fmla="*/ 371475 w 497279"/>
                <a:gd name="connsiteY6" fmla="*/ 276225 h 476933"/>
                <a:gd name="connsiteX7" fmla="*/ 342900 w 497279"/>
                <a:gd name="connsiteY7" fmla="*/ 247650 h 476933"/>
                <a:gd name="connsiteX8" fmla="*/ 342900 w 497279"/>
                <a:gd name="connsiteY8" fmla="*/ 247650 h 476933"/>
                <a:gd name="connsiteX9" fmla="*/ 342900 w 497279"/>
                <a:gd name="connsiteY9" fmla="*/ 247650 h 476933"/>
                <a:gd name="connsiteX10" fmla="*/ 342900 w 497279"/>
                <a:gd name="connsiteY10" fmla="*/ 247650 h 476933"/>
                <a:gd name="connsiteX11" fmla="*/ 342900 w 497279"/>
                <a:gd name="connsiteY11" fmla="*/ 238125 h 476933"/>
                <a:gd name="connsiteX12" fmla="*/ 247650 w 497279"/>
                <a:gd name="connsiteY12" fmla="*/ 142875 h 476933"/>
                <a:gd name="connsiteX13" fmla="*/ 219075 w 497279"/>
                <a:gd name="connsiteY13" fmla="*/ 114300 h 476933"/>
                <a:gd name="connsiteX14" fmla="*/ 109538 w 497279"/>
                <a:gd name="connsiteY14" fmla="*/ 0 h 476933"/>
                <a:gd name="connsiteX15" fmla="*/ 0 w 497279"/>
                <a:gd name="connsiteY15" fmla="*/ 114300 h 476933"/>
                <a:gd name="connsiteX16" fmla="*/ 60960 w 497279"/>
                <a:gd name="connsiteY16" fmla="*/ 216218 h 476933"/>
                <a:gd name="connsiteX17" fmla="*/ 58102 w 497279"/>
                <a:gd name="connsiteY17" fmla="*/ 239077 h 476933"/>
                <a:gd name="connsiteX18" fmla="*/ 148590 w 497279"/>
                <a:gd name="connsiteY18" fmla="*/ 333375 h 476933"/>
                <a:gd name="connsiteX19" fmla="*/ 204788 w 497279"/>
                <a:gd name="connsiteY19" fmla="*/ 313373 h 476933"/>
                <a:gd name="connsiteX20" fmla="*/ 286703 w 497279"/>
                <a:gd name="connsiteY20" fmla="*/ 352425 h 476933"/>
                <a:gd name="connsiteX21" fmla="*/ 394893 w 497279"/>
                <a:gd name="connsiteY21" fmla="*/ 375064 h 476933"/>
                <a:gd name="connsiteX22" fmla="*/ 439103 w 497279"/>
                <a:gd name="connsiteY22" fmla="*/ 400050 h 476933"/>
                <a:gd name="connsiteX23" fmla="*/ 457478 w 497279"/>
                <a:gd name="connsiteY23" fmla="*/ 397336 h 476933"/>
                <a:gd name="connsiteX24" fmla="*/ 496253 w 497279"/>
                <a:gd name="connsiteY24" fmla="*/ 476250 h 476933"/>
                <a:gd name="connsiteX25" fmla="*/ 475911 w 497279"/>
                <a:gd name="connsiteY25" fmla="*/ 372601 h 476933"/>
                <a:gd name="connsiteX26" fmla="*/ 462304 w 497279"/>
                <a:gd name="connsiteY26" fmla="*/ 384990 h 476933"/>
                <a:gd name="connsiteX0" fmla="*/ 462304 w 497279"/>
                <a:gd name="connsiteY0" fmla="*/ 384990 h 476933"/>
                <a:gd name="connsiteX1" fmla="*/ 495300 w 497279"/>
                <a:gd name="connsiteY1" fmla="*/ 400050 h 476933"/>
                <a:gd name="connsiteX2" fmla="*/ 495300 w 497279"/>
                <a:gd name="connsiteY2" fmla="*/ 400050 h 476933"/>
                <a:gd name="connsiteX3" fmla="*/ 449072 w 497279"/>
                <a:gd name="connsiteY3" fmla="*/ 370898 h 476933"/>
                <a:gd name="connsiteX4" fmla="*/ 472137 w 497279"/>
                <a:gd name="connsiteY4" fmla="*/ 381160 h 476933"/>
                <a:gd name="connsiteX5" fmla="*/ 448549 w 497279"/>
                <a:gd name="connsiteY5" fmla="*/ 327851 h 476933"/>
                <a:gd name="connsiteX6" fmla="*/ 371475 w 497279"/>
                <a:gd name="connsiteY6" fmla="*/ 276225 h 476933"/>
                <a:gd name="connsiteX7" fmla="*/ 342900 w 497279"/>
                <a:gd name="connsiteY7" fmla="*/ 247650 h 476933"/>
                <a:gd name="connsiteX8" fmla="*/ 342900 w 497279"/>
                <a:gd name="connsiteY8" fmla="*/ 247650 h 476933"/>
                <a:gd name="connsiteX9" fmla="*/ 342900 w 497279"/>
                <a:gd name="connsiteY9" fmla="*/ 247650 h 476933"/>
                <a:gd name="connsiteX10" fmla="*/ 342900 w 497279"/>
                <a:gd name="connsiteY10" fmla="*/ 247650 h 476933"/>
                <a:gd name="connsiteX11" fmla="*/ 342900 w 497279"/>
                <a:gd name="connsiteY11" fmla="*/ 238125 h 476933"/>
                <a:gd name="connsiteX12" fmla="*/ 247650 w 497279"/>
                <a:gd name="connsiteY12" fmla="*/ 142875 h 476933"/>
                <a:gd name="connsiteX13" fmla="*/ 219075 w 497279"/>
                <a:gd name="connsiteY13" fmla="*/ 114300 h 476933"/>
                <a:gd name="connsiteX14" fmla="*/ 109538 w 497279"/>
                <a:gd name="connsiteY14" fmla="*/ 0 h 476933"/>
                <a:gd name="connsiteX15" fmla="*/ 0 w 497279"/>
                <a:gd name="connsiteY15" fmla="*/ 114300 h 476933"/>
                <a:gd name="connsiteX16" fmla="*/ 60960 w 497279"/>
                <a:gd name="connsiteY16" fmla="*/ 216218 h 476933"/>
                <a:gd name="connsiteX17" fmla="*/ 58102 w 497279"/>
                <a:gd name="connsiteY17" fmla="*/ 239077 h 476933"/>
                <a:gd name="connsiteX18" fmla="*/ 148590 w 497279"/>
                <a:gd name="connsiteY18" fmla="*/ 333375 h 476933"/>
                <a:gd name="connsiteX19" fmla="*/ 204788 w 497279"/>
                <a:gd name="connsiteY19" fmla="*/ 313373 h 476933"/>
                <a:gd name="connsiteX20" fmla="*/ 286703 w 497279"/>
                <a:gd name="connsiteY20" fmla="*/ 352425 h 476933"/>
                <a:gd name="connsiteX21" fmla="*/ 394893 w 497279"/>
                <a:gd name="connsiteY21" fmla="*/ 375064 h 476933"/>
                <a:gd name="connsiteX22" fmla="*/ 439103 w 497279"/>
                <a:gd name="connsiteY22" fmla="*/ 400050 h 476933"/>
                <a:gd name="connsiteX23" fmla="*/ 457478 w 497279"/>
                <a:gd name="connsiteY23" fmla="*/ 397336 h 476933"/>
                <a:gd name="connsiteX24" fmla="*/ 496253 w 497279"/>
                <a:gd name="connsiteY24" fmla="*/ 476250 h 476933"/>
                <a:gd name="connsiteX25" fmla="*/ 475911 w 497279"/>
                <a:gd name="connsiteY25" fmla="*/ 372601 h 476933"/>
                <a:gd name="connsiteX26" fmla="*/ 462304 w 497279"/>
                <a:gd name="connsiteY26" fmla="*/ 384990 h 476933"/>
                <a:gd name="connsiteX0" fmla="*/ 462304 w 496886"/>
                <a:gd name="connsiteY0" fmla="*/ 384990 h 476831"/>
                <a:gd name="connsiteX1" fmla="*/ 495300 w 496886"/>
                <a:gd name="connsiteY1" fmla="*/ 400050 h 476831"/>
                <a:gd name="connsiteX2" fmla="*/ 495300 w 496886"/>
                <a:gd name="connsiteY2" fmla="*/ 400050 h 476831"/>
                <a:gd name="connsiteX3" fmla="*/ 449072 w 496886"/>
                <a:gd name="connsiteY3" fmla="*/ 370898 h 476831"/>
                <a:gd name="connsiteX4" fmla="*/ 472137 w 496886"/>
                <a:gd name="connsiteY4" fmla="*/ 381160 h 476831"/>
                <a:gd name="connsiteX5" fmla="*/ 448549 w 496886"/>
                <a:gd name="connsiteY5" fmla="*/ 327851 h 476831"/>
                <a:gd name="connsiteX6" fmla="*/ 371475 w 496886"/>
                <a:gd name="connsiteY6" fmla="*/ 276225 h 476831"/>
                <a:gd name="connsiteX7" fmla="*/ 342900 w 496886"/>
                <a:gd name="connsiteY7" fmla="*/ 247650 h 476831"/>
                <a:gd name="connsiteX8" fmla="*/ 342900 w 496886"/>
                <a:gd name="connsiteY8" fmla="*/ 247650 h 476831"/>
                <a:gd name="connsiteX9" fmla="*/ 342900 w 496886"/>
                <a:gd name="connsiteY9" fmla="*/ 247650 h 476831"/>
                <a:gd name="connsiteX10" fmla="*/ 342900 w 496886"/>
                <a:gd name="connsiteY10" fmla="*/ 247650 h 476831"/>
                <a:gd name="connsiteX11" fmla="*/ 342900 w 496886"/>
                <a:gd name="connsiteY11" fmla="*/ 238125 h 476831"/>
                <a:gd name="connsiteX12" fmla="*/ 247650 w 496886"/>
                <a:gd name="connsiteY12" fmla="*/ 142875 h 476831"/>
                <a:gd name="connsiteX13" fmla="*/ 219075 w 496886"/>
                <a:gd name="connsiteY13" fmla="*/ 114300 h 476831"/>
                <a:gd name="connsiteX14" fmla="*/ 109538 w 496886"/>
                <a:gd name="connsiteY14" fmla="*/ 0 h 476831"/>
                <a:gd name="connsiteX15" fmla="*/ 0 w 496886"/>
                <a:gd name="connsiteY15" fmla="*/ 114300 h 476831"/>
                <a:gd name="connsiteX16" fmla="*/ 60960 w 496886"/>
                <a:gd name="connsiteY16" fmla="*/ 216218 h 476831"/>
                <a:gd name="connsiteX17" fmla="*/ 58102 w 496886"/>
                <a:gd name="connsiteY17" fmla="*/ 239077 h 476831"/>
                <a:gd name="connsiteX18" fmla="*/ 148590 w 496886"/>
                <a:gd name="connsiteY18" fmla="*/ 333375 h 476831"/>
                <a:gd name="connsiteX19" fmla="*/ 204788 w 496886"/>
                <a:gd name="connsiteY19" fmla="*/ 313373 h 476831"/>
                <a:gd name="connsiteX20" fmla="*/ 286703 w 496886"/>
                <a:gd name="connsiteY20" fmla="*/ 352425 h 476831"/>
                <a:gd name="connsiteX21" fmla="*/ 394893 w 496886"/>
                <a:gd name="connsiteY21" fmla="*/ 375064 h 476831"/>
                <a:gd name="connsiteX22" fmla="*/ 439103 w 496886"/>
                <a:gd name="connsiteY22" fmla="*/ 400050 h 476831"/>
                <a:gd name="connsiteX23" fmla="*/ 457478 w 496886"/>
                <a:gd name="connsiteY23" fmla="*/ 397336 h 476831"/>
                <a:gd name="connsiteX24" fmla="*/ 496253 w 496886"/>
                <a:gd name="connsiteY24" fmla="*/ 476250 h 476831"/>
                <a:gd name="connsiteX25" fmla="*/ 456584 w 496886"/>
                <a:gd name="connsiteY25" fmla="*/ 353697 h 476831"/>
                <a:gd name="connsiteX26" fmla="*/ 462304 w 496886"/>
                <a:gd name="connsiteY26" fmla="*/ 384990 h 476831"/>
                <a:gd name="connsiteX0" fmla="*/ 462304 w 496886"/>
                <a:gd name="connsiteY0" fmla="*/ 384990 h 476831"/>
                <a:gd name="connsiteX1" fmla="*/ 495300 w 496886"/>
                <a:gd name="connsiteY1" fmla="*/ 400050 h 476831"/>
                <a:gd name="connsiteX2" fmla="*/ 432300 w 496886"/>
                <a:gd name="connsiteY2" fmla="*/ 354339 h 476831"/>
                <a:gd name="connsiteX3" fmla="*/ 449072 w 496886"/>
                <a:gd name="connsiteY3" fmla="*/ 370898 h 476831"/>
                <a:gd name="connsiteX4" fmla="*/ 472137 w 496886"/>
                <a:gd name="connsiteY4" fmla="*/ 381160 h 476831"/>
                <a:gd name="connsiteX5" fmla="*/ 448549 w 496886"/>
                <a:gd name="connsiteY5" fmla="*/ 327851 h 476831"/>
                <a:gd name="connsiteX6" fmla="*/ 371475 w 496886"/>
                <a:gd name="connsiteY6" fmla="*/ 276225 h 476831"/>
                <a:gd name="connsiteX7" fmla="*/ 342900 w 496886"/>
                <a:gd name="connsiteY7" fmla="*/ 247650 h 476831"/>
                <a:gd name="connsiteX8" fmla="*/ 342900 w 496886"/>
                <a:gd name="connsiteY8" fmla="*/ 247650 h 476831"/>
                <a:gd name="connsiteX9" fmla="*/ 342900 w 496886"/>
                <a:gd name="connsiteY9" fmla="*/ 247650 h 476831"/>
                <a:gd name="connsiteX10" fmla="*/ 342900 w 496886"/>
                <a:gd name="connsiteY10" fmla="*/ 247650 h 476831"/>
                <a:gd name="connsiteX11" fmla="*/ 342900 w 496886"/>
                <a:gd name="connsiteY11" fmla="*/ 238125 h 476831"/>
                <a:gd name="connsiteX12" fmla="*/ 247650 w 496886"/>
                <a:gd name="connsiteY12" fmla="*/ 142875 h 476831"/>
                <a:gd name="connsiteX13" fmla="*/ 219075 w 496886"/>
                <a:gd name="connsiteY13" fmla="*/ 114300 h 476831"/>
                <a:gd name="connsiteX14" fmla="*/ 109538 w 496886"/>
                <a:gd name="connsiteY14" fmla="*/ 0 h 476831"/>
                <a:gd name="connsiteX15" fmla="*/ 0 w 496886"/>
                <a:gd name="connsiteY15" fmla="*/ 114300 h 476831"/>
                <a:gd name="connsiteX16" fmla="*/ 60960 w 496886"/>
                <a:gd name="connsiteY16" fmla="*/ 216218 h 476831"/>
                <a:gd name="connsiteX17" fmla="*/ 58102 w 496886"/>
                <a:gd name="connsiteY17" fmla="*/ 239077 h 476831"/>
                <a:gd name="connsiteX18" fmla="*/ 148590 w 496886"/>
                <a:gd name="connsiteY18" fmla="*/ 333375 h 476831"/>
                <a:gd name="connsiteX19" fmla="*/ 204788 w 496886"/>
                <a:gd name="connsiteY19" fmla="*/ 313373 h 476831"/>
                <a:gd name="connsiteX20" fmla="*/ 286703 w 496886"/>
                <a:gd name="connsiteY20" fmla="*/ 352425 h 476831"/>
                <a:gd name="connsiteX21" fmla="*/ 394893 w 496886"/>
                <a:gd name="connsiteY21" fmla="*/ 375064 h 476831"/>
                <a:gd name="connsiteX22" fmla="*/ 439103 w 496886"/>
                <a:gd name="connsiteY22" fmla="*/ 400050 h 476831"/>
                <a:gd name="connsiteX23" fmla="*/ 457478 w 496886"/>
                <a:gd name="connsiteY23" fmla="*/ 397336 h 476831"/>
                <a:gd name="connsiteX24" fmla="*/ 496253 w 496886"/>
                <a:gd name="connsiteY24" fmla="*/ 476250 h 476831"/>
                <a:gd name="connsiteX25" fmla="*/ 456584 w 496886"/>
                <a:gd name="connsiteY25" fmla="*/ 353697 h 476831"/>
                <a:gd name="connsiteX26" fmla="*/ 462304 w 496886"/>
                <a:gd name="connsiteY26" fmla="*/ 384990 h 476831"/>
                <a:gd name="connsiteX0" fmla="*/ 462304 w 496886"/>
                <a:gd name="connsiteY0" fmla="*/ 384990 h 476831"/>
                <a:gd name="connsiteX1" fmla="*/ 429418 w 496886"/>
                <a:gd name="connsiteY1" fmla="*/ 344087 h 476831"/>
                <a:gd name="connsiteX2" fmla="*/ 432300 w 496886"/>
                <a:gd name="connsiteY2" fmla="*/ 354339 h 476831"/>
                <a:gd name="connsiteX3" fmla="*/ 449072 w 496886"/>
                <a:gd name="connsiteY3" fmla="*/ 370898 h 476831"/>
                <a:gd name="connsiteX4" fmla="*/ 472137 w 496886"/>
                <a:gd name="connsiteY4" fmla="*/ 381160 h 476831"/>
                <a:gd name="connsiteX5" fmla="*/ 448549 w 496886"/>
                <a:gd name="connsiteY5" fmla="*/ 327851 h 476831"/>
                <a:gd name="connsiteX6" fmla="*/ 371475 w 496886"/>
                <a:gd name="connsiteY6" fmla="*/ 276225 h 476831"/>
                <a:gd name="connsiteX7" fmla="*/ 342900 w 496886"/>
                <a:gd name="connsiteY7" fmla="*/ 247650 h 476831"/>
                <a:gd name="connsiteX8" fmla="*/ 342900 w 496886"/>
                <a:gd name="connsiteY8" fmla="*/ 247650 h 476831"/>
                <a:gd name="connsiteX9" fmla="*/ 342900 w 496886"/>
                <a:gd name="connsiteY9" fmla="*/ 247650 h 476831"/>
                <a:gd name="connsiteX10" fmla="*/ 342900 w 496886"/>
                <a:gd name="connsiteY10" fmla="*/ 247650 h 476831"/>
                <a:gd name="connsiteX11" fmla="*/ 342900 w 496886"/>
                <a:gd name="connsiteY11" fmla="*/ 238125 h 476831"/>
                <a:gd name="connsiteX12" fmla="*/ 247650 w 496886"/>
                <a:gd name="connsiteY12" fmla="*/ 142875 h 476831"/>
                <a:gd name="connsiteX13" fmla="*/ 219075 w 496886"/>
                <a:gd name="connsiteY13" fmla="*/ 114300 h 476831"/>
                <a:gd name="connsiteX14" fmla="*/ 109538 w 496886"/>
                <a:gd name="connsiteY14" fmla="*/ 0 h 476831"/>
                <a:gd name="connsiteX15" fmla="*/ 0 w 496886"/>
                <a:gd name="connsiteY15" fmla="*/ 114300 h 476831"/>
                <a:gd name="connsiteX16" fmla="*/ 60960 w 496886"/>
                <a:gd name="connsiteY16" fmla="*/ 216218 h 476831"/>
                <a:gd name="connsiteX17" fmla="*/ 58102 w 496886"/>
                <a:gd name="connsiteY17" fmla="*/ 239077 h 476831"/>
                <a:gd name="connsiteX18" fmla="*/ 148590 w 496886"/>
                <a:gd name="connsiteY18" fmla="*/ 333375 h 476831"/>
                <a:gd name="connsiteX19" fmla="*/ 204788 w 496886"/>
                <a:gd name="connsiteY19" fmla="*/ 313373 h 476831"/>
                <a:gd name="connsiteX20" fmla="*/ 286703 w 496886"/>
                <a:gd name="connsiteY20" fmla="*/ 352425 h 476831"/>
                <a:gd name="connsiteX21" fmla="*/ 394893 w 496886"/>
                <a:gd name="connsiteY21" fmla="*/ 375064 h 476831"/>
                <a:gd name="connsiteX22" fmla="*/ 439103 w 496886"/>
                <a:gd name="connsiteY22" fmla="*/ 400050 h 476831"/>
                <a:gd name="connsiteX23" fmla="*/ 457478 w 496886"/>
                <a:gd name="connsiteY23" fmla="*/ 397336 h 476831"/>
                <a:gd name="connsiteX24" fmla="*/ 496253 w 496886"/>
                <a:gd name="connsiteY24" fmla="*/ 476250 h 476831"/>
                <a:gd name="connsiteX25" fmla="*/ 456584 w 496886"/>
                <a:gd name="connsiteY25" fmla="*/ 353697 h 476831"/>
                <a:gd name="connsiteX26" fmla="*/ 462304 w 496886"/>
                <a:gd name="connsiteY26" fmla="*/ 384990 h 476831"/>
                <a:gd name="connsiteX0" fmla="*/ 453548 w 496886"/>
                <a:gd name="connsiteY0" fmla="*/ 380077 h 476831"/>
                <a:gd name="connsiteX1" fmla="*/ 429418 w 496886"/>
                <a:gd name="connsiteY1" fmla="*/ 344087 h 476831"/>
                <a:gd name="connsiteX2" fmla="*/ 432300 w 496886"/>
                <a:gd name="connsiteY2" fmla="*/ 354339 h 476831"/>
                <a:gd name="connsiteX3" fmla="*/ 449072 w 496886"/>
                <a:gd name="connsiteY3" fmla="*/ 370898 h 476831"/>
                <a:gd name="connsiteX4" fmla="*/ 472137 w 496886"/>
                <a:gd name="connsiteY4" fmla="*/ 381160 h 476831"/>
                <a:gd name="connsiteX5" fmla="*/ 448549 w 496886"/>
                <a:gd name="connsiteY5" fmla="*/ 327851 h 476831"/>
                <a:gd name="connsiteX6" fmla="*/ 371475 w 496886"/>
                <a:gd name="connsiteY6" fmla="*/ 276225 h 476831"/>
                <a:gd name="connsiteX7" fmla="*/ 342900 w 496886"/>
                <a:gd name="connsiteY7" fmla="*/ 247650 h 476831"/>
                <a:gd name="connsiteX8" fmla="*/ 342900 w 496886"/>
                <a:gd name="connsiteY8" fmla="*/ 247650 h 476831"/>
                <a:gd name="connsiteX9" fmla="*/ 342900 w 496886"/>
                <a:gd name="connsiteY9" fmla="*/ 247650 h 476831"/>
                <a:gd name="connsiteX10" fmla="*/ 342900 w 496886"/>
                <a:gd name="connsiteY10" fmla="*/ 247650 h 476831"/>
                <a:gd name="connsiteX11" fmla="*/ 342900 w 496886"/>
                <a:gd name="connsiteY11" fmla="*/ 238125 h 476831"/>
                <a:gd name="connsiteX12" fmla="*/ 247650 w 496886"/>
                <a:gd name="connsiteY12" fmla="*/ 142875 h 476831"/>
                <a:gd name="connsiteX13" fmla="*/ 219075 w 496886"/>
                <a:gd name="connsiteY13" fmla="*/ 114300 h 476831"/>
                <a:gd name="connsiteX14" fmla="*/ 109538 w 496886"/>
                <a:gd name="connsiteY14" fmla="*/ 0 h 476831"/>
                <a:gd name="connsiteX15" fmla="*/ 0 w 496886"/>
                <a:gd name="connsiteY15" fmla="*/ 114300 h 476831"/>
                <a:gd name="connsiteX16" fmla="*/ 60960 w 496886"/>
                <a:gd name="connsiteY16" fmla="*/ 216218 h 476831"/>
                <a:gd name="connsiteX17" fmla="*/ 58102 w 496886"/>
                <a:gd name="connsiteY17" fmla="*/ 239077 h 476831"/>
                <a:gd name="connsiteX18" fmla="*/ 148590 w 496886"/>
                <a:gd name="connsiteY18" fmla="*/ 333375 h 476831"/>
                <a:gd name="connsiteX19" fmla="*/ 204788 w 496886"/>
                <a:gd name="connsiteY19" fmla="*/ 313373 h 476831"/>
                <a:gd name="connsiteX20" fmla="*/ 286703 w 496886"/>
                <a:gd name="connsiteY20" fmla="*/ 352425 h 476831"/>
                <a:gd name="connsiteX21" fmla="*/ 394893 w 496886"/>
                <a:gd name="connsiteY21" fmla="*/ 375064 h 476831"/>
                <a:gd name="connsiteX22" fmla="*/ 439103 w 496886"/>
                <a:gd name="connsiteY22" fmla="*/ 400050 h 476831"/>
                <a:gd name="connsiteX23" fmla="*/ 457478 w 496886"/>
                <a:gd name="connsiteY23" fmla="*/ 397336 h 476831"/>
                <a:gd name="connsiteX24" fmla="*/ 496253 w 496886"/>
                <a:gd name="connsiteY24" fmla="*/ 476250 h 476831"/>
                <a:gd name="connsiteX25" fmla="*/ 456584 w 496886"/>
                <a:gd name="connsiteY25" fmla="*/ 353697 h 476831"/>
                <a:gd name="connsiteX26" fmla="*/ 453548 w 496886"/>
                <a:gd name="connsiteY26" fmla="*/ 380077 h 476831"/>
                <a:gd name="connsiteX0" fmla="*/ 456584 w 497055"/>
                <a:gd name="connsiteY0" fmla="*/ 353697 h 476876"/>
                <a:gd name="connsiteX1" fmla="*/ 429418 w 497055"/>
                <a:gd name="connsiteY1" fmla="*/ 344087 h 476876"/>
                <a:gd name="connsiteX2" fmla="*/ 432300 w 497055"/>
                <a:gd name="connsiteY2" fmla="*/ 354339 h 476876"/>
                <a:gd name="connsiteX3" fmla="*/ 449072 w 497055"/>
                <a:gd name="connsiteY3" fmla="*/ 370898 h 476876"/>
                <a:gd name="connsiteX4" fmla="*/ 472137 w 497055"/>
                <a:gd name="connsiteY4" fmla="*/ 381160 h 476876"/>
                <a:gd name="connsiteX5" fmla="*/ 448549 w 497055"/>
                <a:gd name="connsiteY5" fmla="*/ 327851 h 476876"/>
                <a:gd name="connsiteX6" fmla="*/ 371475 w 497055"/>
                <a:gd name="connsiteY6" fmla="*/ 276225 h 476876"/>
                <a:gd name="connsiteX7" fmla="*/ 342900 w 497055"/>
                <a:gd name="connsiteY7" fmla="*/ 247650 h 476876"/>
                <a:gd name="connsiteX8" fmla="*/ 342900 w 497055"/>
                <a:gd name="connsiteY8" fmla="*/ 247650 h 476876"/>
                <a:gd name="connsiteX9" fmla="*/ 342900 w 497055"/>
                <a:gd name="connsiteY9" fmla="*/ 247650 h 476876"/>
                <a:gd name="connsiteX10" fmla="*/ 342900 w 497055"/>
                <a:gd name="connsiteY10" fmla="*/ 247650 h 476876"/>
                <a:gd name="connsiteX11" fmla="*/ 342900 w 497055"/>
                <a:gd name="connsiteY11" fmla="*/ 238125 h 476876"/>
                <a:gd name="connsiteX12" fmla="*/ 247650 w 497055"/>
                <a:gd name="connsiteY12" fmla="*/ 142875 h 476876"/>
                <a:gd name="connsiteX13" fmla="*/ 219075 w 497055"/>
                <a:gd name="connsiteY13" fmla="*/ 114300 h 476876"/>
                <a:gd name="connsiteX14" fmla="*/ 109538 w 497055"/>
                <a:gd name="connsiteY14" fmla="*/ 0 h 476876"/>
                <a:gd name="connsiteX15" fmla="*/ 0 w 497055"/>
                <a:gd name="connsiteY15" fmla="*/ 114300 h 476876"/>
                <a:gd name="connsiteX16" fmla="*/ 60960 w 497055"/>
                <a:gd name="connsiteY16" fmla="*/ 216218 h 476876"/>
                <a:gd name="connsiteX17" fmla="*/ 58102 w 497055"/>
                <a:gd name="connsiteY17" fmla="*/ 239077 h 476876"/>
                <a:gd name="connsiteX18" fmla="*/ 148590 w 497055"/>
                <a:gd name="connsiteY18" fmla="*/ 333375 h 476876"/>
                <a:gd name="connsiteX19" fmla="*/ 204788 w 497055"/>
                <a:gd name="connsiteY19" fmla="*/ 313373 h 476876"/>
                <a:gd name="connsiteX20" fmla="*/ 286703 w 497055"/>
                <a:gd name="connsiteY20" fmla="*/ 352425 h 476876"/>
                <a:gd name="connsiteX21" fmla="*/ 394893 w 497055"/>
                <a:gd name="connsiteY21" fmla="*/ 375064 h 476876"/>
                <a:gd name="connsiteX22" fmla="*/ 439103 w 497055"/>
                <a:gd name="connsiteY22" fmla="*/ 400050 h 476876"/>
                <a:gd name="connsiteX23" fmla="*/ 457478 w 497055"/>
                <a:gd name="connsiteY23" fmla="*/ 397336 h 476876"/>
                <a:gd name="connsiteX24" fmla="*/ 496253 w 497055"/>
                <a:gd name="connsiteY24" fmla="*/ 476250 h 476876"/>
                <a:gd name="connsiteX25" fmla="*/ 456584 w 497055"/>
                <a:gd name="connsiteY25" fmla="*/ 353697 h 476876"/>
                <a:gd name="connsiteX0" fmla="*/ 456584 w 497055"/>
                <a:gd name="connsiteY0" fmla="*/ 353697 h 476876"/>
                <a:gd name="connsiteX1" fmla="*/ 429418 w 497055"/>
                <a:gd name="connsiteY1" fmla="*/ 344087 h 476876"/>
                <a:gd name="connsiteX2" fmla="*/ 432300 w 497055"/>
                <a:gd name="connsiteY2" fmla="*/ 354339 h 476876"/>
                <a:gd name="connsiteX3" fmla="*/ 472137 w 497055"/>
                <a:gd name="connsiteY3" fmla="*/ 381160 h 476876"/>
                <a:gd name="connsiteX4" fmla="*/ 448549 w 497055"/>
                <a:gd name="connsiteY4" fmla="*/ 327851 h 476876"/>
                <a:gd name="connsiteX5" fmla="*/ 371475 w 497055"/>
                <a:gd name="connsiteY5" fmla="*/ 276225 h 476876"/>
                <a:gd name="connsiteX6" fmla="*/ 342900 w 497055"/>
                <a:gd name="connsiteY6" fmla="*/ 247650 h 476876"/>
                <a:gd name="connsiteX7" fmla="*/ 342900 w 497055"/>
                <a:gd name="connsiteY7" fmla="*/ 247650 h 476876"/>
                <a:gd name="connsiteX8" fmla="*/ 342900 w 497055"/>
                <a:gd name="connsiteY8" fmla="*/ 247650 h 476876"/>
                <a:gd name="connsiteX9" fmla="*/ 342900 w 497055"/>
                <a:gd name="connsiteY9" fmla="*/ 247650 h 476876"/>
                <a:gd name="connsiteX10" fmla="*/ 342900 w 497055"/>
                <a:gd name="connsiteY10" fmla="*/ 238125 h 476876"/>
                <a:gd name="connsiteX11" fmla="*/ 247650 w 497055"/>
                <a:gd name="connsiteY11" fmla="*/ 142875 h 476876"/>
                <a:gd name="connsiteX12" fmla="*/ 219075 w 497055"/>
                <a:gd name="connsiteY12" fmla="*/ 114300 h 476876"/>
                <a:gd name="connsiteX13" fmla="*/ 109538 w 497055"/>
                <a:gd name="connsiteY13" fmla="*/ 0 h 476876"/>
                <a:gd name="connsiteX14" fmla="*/ 0 w 497055"/>
                <a:gd name="connsiteY14" fmla="*/ 114300 h 476876"/>
                <a:gd name="connsiteX15" fmla="*/ 60960 w 497055"/>
                <a:gd name="connsiteY15" fmla="*/ 216218 h 476876"/>
                <a:gd name="connsiteX16" fmla="*/ 58102 w 497055"/>
                <a:gd name="connsiteY16" fmla="*/ 239077 h 476876"/>
                <a:gd name="connsiteX17" fmla="*/ 148590 w 497055"/>
                <a:gd name="connsiteY17" fmla="*/ 333375 h 476876"/>
                <a:gd name="connsiteX18" fmla="*/ 204788 w 497055"/>
                <a:gd name="connsiteY18" fmla="*/ 313373 h 476876"/>
                <a:gd name="connsiteX19" fmla="*/ 286703 w 497055"/>
                <a:gd name="connsiteY19" fmla="*/ 352425 h 476876"/>
                <a:gd name="connsiteX20" fmla="*/ 394893 w 497055"/>
                <a:gd name="connsiteY20" fmla="*/ 375064 h 476876"/>
                <a:gd name="connsiteX21" fmla="*/ 439103 w 497055"/>
                <a:gd name="connsiteY21" fmla="*/ 400050 h 476876"/>
                <a:gd name="connsiteX22" fmla="*/ 457478 w 497055"/>
                <a:gd name="connsiteY22" fmla="*/ 397336 h 476876"/>
                <a:gd name="connsiteX23" fmla="*/ 496253 w 497055"/>
                <a:gd name="connsiteY23" fmla="*/ 476250 h 476876"/>
                <a:gd name="connsiteX24" fmla="*/ 456584 w 497055"/>
                <a:gd name="connsiteY24" fmla="*/ 353697 h 476876"/>
                <a:gd name="connsiteX0" fmla="*/ 456584 w 497055"/>
                <a:gd name="connsiteY0" fmla="*/ 353697 h 476876"/>
                <a:gd name="connsiteX1" fmla="*/ 429418 w 497055"/>
                <a:gd name="connsiteY1" fmla="*/ 344087 h 476876"/>
                <a:gd name="connsiteX2" fmla="*/ 472137 w 497055"/>
                <a:gd name="connsiteY2" fmla="*/ 381160 h 476876"/>
                <a:gd name="connsiteX3" fmla="*/ 448549 w 497055"/>
                <a:gd name="connsiteY3" fmla="*/ 327851 h 476876"/>
                <a:gd name="connsiteX4" fmla="*/ 371475 w 497055"/>
                <a:gd name="connsiteY4" fmla="*/ 276225 h 476876"/>
                <a:gd name="connsiteX5" fmla="*/ 342900 w 497055"/>
                <a:gd name="connsiteY5" fmla="*/ 247650 h 476876"/>
                <a:gd name="connsiteX6" fmla="*/ 342900 w 497055"/>
                <a:gd name="connsiteY6" fmla="*/ 247650 h 476876"/>
                <a:gd name="connsiteX7" fmla="*/ 342900 w 497055"/>
                <a:gd name="connsiteY7" fmla="*/ 247650 h 476876"/>
                <a:gd name="connsiteX8" fmla="*/ 342900 w 497055"/>
                <a:gd name="connsiteY8" fmla="*/ 247650 h 476876"/>
                <a:gd name="connsiteX9" fmla="*/ 342900 w 497055"/>
                <a:gd name="connsiteY9" fmla="*/ 238125 h 476876"/>
                <a:gd name="connsiteX10" fmla="*/ 247650 w 497055"/>
                <a:gd name="connsiteY10" fmla="*/ 142875 h 476876"/>
                <a:gd name="connsiteX11" fmla="*/ 219075 w 497055"/>
                <a:gd name="connsiteY11" fmla="*/ 114300 h 476876"/>
                <a:gd name="connsiteX12" fmla="*/ 109538 w 497055"/>
                <a:gd name="connsiteY12" fmla="*/ 0 h 476876"/>
                <a:gd name="connsiteX13" fmla="*/ 0 w 497055"/>
                <a:gd name="connsiteY13" fmla="*/ 114300 h 476876"/>
                <a:gd name="connsiteX14" fmla="*/ 60960 w 497055"/>
                <a:gd name="connsiteY14" fmla="*/ 216218 h 476876"/>
                <a:gd name="connsiteX15" fmla="*/ 58102 w 497055"/>
                <a:gd name="connsiteY15" fmla="*/ 239077 h 476876"/>
                <a:gd name="connsiteX16" fmla="*/ 148590 w 497055"/>
                <a:gd name="connsiteY16" fmla="*/ 333375 h 476876"/>
                <a:gd name="connsiteX17" fmla="*/ 204788 w 497055"/>
                <a:gd name="connsiteY17" fmla="*/ 313373 h 476876"/>
                <a:gd name="connsiteX18" fmla="*/ 286703 w 497055"/>
                <a:gd name="connsiteY18" fmla="*/ 352425 h 476876"/>
                <a:gd name="connsiteX19" fmla="*/ 394893 w 497055"/>
                <a:gd name="connsiteY19" fmla="*/ 375064 h 476876"/>
                <a:gd name="connsiteX20" fmla="*/ 439103 w 497055"/>
                <a:gd name="connsiteY20" fmla="*/ 400050 h 476876"/>
                <a:gd name="connsiteX21" fmla="*/ 457478 w 497055"/>
                <a:gd name="connsiteY21" fmla="*/ 397336 h 476876"/>
                <a:gd name="connsiteX22" fmla="*/ 496253 w 497055"/>
                <a:gd name="connsiteY22" fmla="*/ 476250 h 476876"/>
                <a:gd name="connsiteX23" fmla="*/ 456584 w 497055"/>
                <a:gd name="connsiteY23" fmla="*/ 353697 h 476876"/>
                <a:gd name="connsiteX0" fmla="*/ 456584 w 497055"/>
                <a:gd name="connsiteY0" fmla="*/ 353697 h 476876"/>
                <a:gd name="connsiteX1" fmla="*/ 472137 w 497055"/>
                <a:gd name="connsiteY1" fmla="*/ 381160 h 476876"/>
                <a:gd name="connsiteX2" fmla="*/ 448549 w 497055"/>
                <a:gd name="connsiteY2" fmla="*/ 327851 h 476876"/>
                <a:gd name="connsiteX3" fmla="*/ 371475 w 497055"/>
                <a:gd name="connsiteY3" fmla="*/ 276225 h 476876"/>
                <a:gd name="connsiteX4" fmla="*/ 342900 w 497055"/>
                <a:gd name="connsiteY4" fmla="*/ 247650 h 476876"/>
                <a:gd name="connsiteX5" fmla="*/ 342900 w 497055"/>
                <a:gd name="connsiteY5" fmla="*/ 247650 h 476876"/>
                <a:gd name="connsiteX6" fmla="*/ 342900 w 497055"/>
                <a:gd name="connsiteY6" fmla="*/ 247650 h 476876"/>
                <a:gd name="connsiteX7" fmla="*/ 342900 w 497055"/>
                <a:gd name="connsiteY7" fmla="*/ 247650 h 476876"/>
                <a:gd name="connsiteX8" fmla="*/ 342900 w 497055"/>
                <a:gd name="connsiteY8" fmla="*/ 238125 h 476876"/>
                <a:gd name="connsiteX9" fmla="*/ 247650 w 497055"/>
                <a:gd name="connsiteY9" fmla="*/ 142875 h 476876"/>
                <a:gd name="connsiteX10" fmla="*/ 219075 w 497055"/>
                <a:gd name="connsiteY10" fmla="*/ 114300 h 476876"/>
                <a:gd name="connsiteX11" fmla="*/ 109538 w 497055"/>
                <a:gd name="connsiteY11" fmla="*/ 0 h 476876"/>
                <a:gd name="connsiteX12" fmla="*/ 0 w 497055"/>
                <a:gd name="connsiteY12" fmla="*/ 114300 h 476876"/>
                <a:gd name="connsiteX13" fmla="*/ 60960 w 497055"/>
                <a:gd name="connsiteY13" fmla="*/ 216218 h 476876"/>
                <a:gd name="connsiteX14" fmla="*/ 58102 w 497055"/>
                <a:gd name="connsiteY14" fmla="*/ 239077 h 476876"/>
                <a:gd name="connsiteX15" fmla="*/ 148590 w 497055"/>
                <a:gd name="connsiteY15" fmla="*/ 333375 h 476876"/>
                <a:gd name="connsiteX16" fmla="*/ 204788 w 497055"/>
                <a:gd name="connsiteY16" fmla="*/ 313373 h 476876"/>
                <a:gd name="connsiteX17" fmla="*/ 286703 w 497055"/>
                <a:gd name="connsiteY17" fmla="*/ 352425 h 476876"/>
                <a:gd name="connsiteX18" fmla="*/ 394893 w 497055"/>
                <a:gd name="connsiteY18" fmla="*/ 375064 h 476876"/>
                <a:gd name="connsiteX19" fmla="*/ 439103 w 497055"/>
                <a:gd name="connsiteY19" fmla="*/ 400050 h 476876"/>
                <a:gd name="connsiteX20" fmla="*/ 457478 w 497055"/>
                <a:gd name="connsiteY20" fmla="*/ 397336 h 476876"/>
                <a:gd name="connsiteX21" fmla="*/ 496253 w 497055"/>
                <a:gd name="connsiteY21" fmla="*/ 476250 h 476876"/>
                <a:gd name="connsiteX22" fmla="*/ 456584 w 497055"/>
                <a:gd name="connsiteY22" fmla="*/ 353697 h 476876"/>
                <a:gd name="connsiteX0" fmla="*/ 456584 w 497055"/>
                <a:gd name="connsiteY0" fmla="*/ 353697 h 476876"/>
                <a:gd name="connsiteX1" fmla="*/ 472137 w 497055"/>
                <a:gd name="connsiteY1" fmla="*/ 381160 h 476876"/>
                <a:gd name="connsiteX2" fmla="*/ 448549 w 497055"/>
                <a:gd name="connsiteY2" fmla="*/ 327851 h 476876"/>
                <a:gd name="connsiteX3" fmla="*/ 371475 w 497055"/>
                <a:gd name="connsiteY3" fmla="*/ 276225 h 476876"/>
                <a:gd name="connsiteX4" fmla="*/ 342900 w 497055"/>
                <a:gd name="connsiteY4" fmla="*/ 247650 h 476876"/>
                <a:gd name="connsiteX5" fmla="*/ 342900 w 497055"/>
                <a:gd name="connsiteY5" fmla="*/ 247650 h 476876"/>
                <a:gd name="connsiteX6" fmla="*/ 342900 w 497055"/>
                <a:gd name="connsiteY6" fmla="*/ 247650 h 476876"/>
                <a:gd name="connsiteX7" fmla="*/ 342900 w 497055"/>
                <a:gd name="connsiteY7" fmla="*/ 247650 h 476876"/>
                <a:gd name="connsiteX8" fmla="*/ 342900 w 497055"/>
                <a:gd name="connsiteY8" fmla="*/ 238125 h 476876"/>
                <a:gd name="connsiteX9" fmla="*/ 247650 w 497055"/>
                <a:gd name="connsiteY9" fmla="*/ 142875 h 476876"/>
                <a:gd name="connsiteX10" fmla="*/ 219075 w 497055"/>
                <a:gd name="connsiteY10" fmla="*/ 114300 h 476876"/>
                <a:gd name="connsiteX11" fmla="*/ 109538 w 497055"/>
                <a:gd name="connsiteY11" fmla="*/ 0 h 476876"/>
                <a:gd name="connsiteX12" fmla="*/ 0 w 497055"/>
                <a:gd name="connsiteY12" fmla="*/ 114300 h 476876"/>
                <a:gd name="connsiteX13" fmla="*/ 60960 w 497055"/>
                <a:gd name="connsiteY13" fmla="*/ 216218 h 476876"/>
                <a:gd name="connsiteX14" fmla="*/ 58102 w 497055"/>
                <a:gd name="connsiteY14" fmla="*/ 239077 h 476876"/>
                <a:gd name="connsiteX15" fmla="*/ 148590 w 497055"/>
                <a:gd name="connsiteY15" fmla="*/ 333375 h 476876"/>
                <a:gd name="connsiteX16" fmla="*/ 204788 w 497055"/>
                <a:gd name="connsiteY16" fmla="*/ 313373 h 476876"/>
                <a:gd name="connsiteX17" fmla="*/ 286703 w 497055"/>
                <a:gd name="connsiteY17" fmla="*/ 352425 h 476876"/>
                <a:gd name="connsiteX18" fmla="*/ 394893 w 497055"/>
                <a:gd name="connsiteY18" fmla="*/ 375064 h 476876"/>
                <a:gd name="connsiteX19" fmla="*/ 439103 w 497055"/>
                <a:gd name="connsiteY19" fmla="*/ 400050 h 476876"/>
                <a:gd name="connsiteX20" fmla="*/ 496253 w 497055"/>
                <a:gd name="connsiteY20" fmla="*/ 476250 h 476876"/>
                <a:gd name="connsiteX21" fmla="*/ 456584 w 497055"/>
                <a:gd name="connsiteY21" fmla="*/ 353697 h 476876"/>
                <a:gd name="connsiteX0" fmla="*/ 456584 w 497055"/>
                <a:gd name="connsiteY0" fmla="*/ 353697 h 476876"/>
                <a:gd name="connsiteX1" fmla="*/ 448549 w 497055"/>
                <a:gd name="connsiteY1" fmla="*/ 327851 h 476876"/>
                <a:gd name="connsiteX2" fmla="*/ 371475 w 497055"/>
                <a:gd name="connsiteY2" fmla="*/ 276225 h 476876"/>
                <a:gd name="connsiteX3" fmla="*/ 342900 w 497055"/>
                <a:gd name="connsiteY3" fmla="*/ 247650 h 476876"/>
                <a:gd name="connsiteX4" fmla="*/ 342900 w 497055"/>
                <a:gd name="connsiteY4" fmla="*/ 247650 h 476876"/>
                <a:gd name="connsiteX5" fmla="*/ 342900 w 497055"/>
                <a:gd name="connsiteY5" fmla="*/ 247650 h 476876"/>
                <a:gd name="connsiteX6" fmla="*/ 342900 w 497055"/>
                <a:gd name="connsiteY6" fmla="*/ 247650 h 476876"/>
                <a:gd name="connsiteX7" fmla="*/ 342900 w 497055"/>
                <a:gd name="connsiteY7" fmla="*/ 238125 h 476876"/>
                <a:gd name="connsiteX8" fmla="*/ 247650 w 497055"/>
                <a:gd name="connsiteY8" fmla="*/ 142875 h 476876"/>
                <a:gd name="connsiteX9" fmla="*/ 219075 w 497055"/>
                <a:gd name="connsiteY9" fmla="*/ 114300 h 476876"/>
                <a:gd name="connsiteX10" fmla="*/ 109538 w 497055"/>
                <a:gd name="connsiteY10" fmla="*/ 0 h 476876"/>
                <a:gd name="connsiteX11" fmla="*/ 0 w 497055"/>
                <a:gd name="connsiteY11" fmla="*/ 114300 h 476876"/>
                <a:gd name="connsiteX12" fmla="*/ 60960 w 497055"/>
                <a:gd name="connsiteY12" fmla="*/ 216218 h 476876"/>
                <a:gd name="connsiteX13" fmla="*/ 58102 w 497055"/>
                <a:gd name="connsiteY13" fmla="*/ 239077 h 476876"/>
                <a:gd name="connsiteX14" fmla="*/ 148590 w 497055"/>
                <a:gd name="connsiteY14" fmla="*/ 333375 h 476876"/>
                <a:gd name="connsiteX15" fmla="*/ 204788 w 497055"/>
                <a:gd name="connsiteY15" fmla="*/ 313373 h 476876"/>
                <a:gd name="connsiteX16" fmla="*/ 286703 w 497055"/>
                <a:gd name="connsiteY16" fmla="*/ 352425 h 476876"/>
                <a:gd name="connsiteX17" fmla="*/ 394893 w 497055"/>
                <a:gd name="connsiteY17" fmla="*/ 375064 h 476876"/>
                <a:gd name="connsiteX18" fmla="*/ 439103 w 497055"/>
                <a:gd name="connsiteY18" fmla="*/ 400050 h 476876"/>
                <a:gd name="connsiteX19" fmla="*/ 496253 w 497055"/>
                <a:gd name="connsiteY19" fmla="*/ 476250 h 476876"/>
                <a:gd name="connsiteX20" fmla="*/ 456584 w 497055"/>
                <a:gd name="connsiteY20" fmla="*/ 353697 h 476876"/>
                <a:gd name="connsiteX0" fmla="*/ 456584 w 497055"/>
                <a:gd name="connsiteY0" fmla="*/ 353697 h 476876"/>
                <a:gd name="connsiteX1" fmla="*/ 448549 w 497055"/>
                <a:gd name="connsiteY1" fmla="*/ 327851 h 476876"/>
                <a:gd name="connsiteX2" fmla="*/ 371475 w 497055"/>
                <a:gd name="connsiteY2" fmla="*/ 276225 h 476876"/>
                <a:gd name="connsiteX3" fmla="*/ 342900 w 497055"/>
                <a:gd name="connsiteY3" fmla="*/ 247650 h 476876"/>
                <a:gd name="connsiteX4" fmla="*/ 342900 w 497055"/>
                <a:gd name="connsiteY4" fmla="*/ 247650 h 476876"/>
                <a:gd name="connsiteX5" fmla="*/ 342900 w 497055"/>
                <a:gd name="connsiteY5" fmla="*/ 247650 h 476876"/>
                <a:gd name="connsiteX6" fmla="*/ 342900 w 497055"/>
                <a:gd name="connsiteY6" fmla="*/ 247650 h 476876"/>
                <a:gd name="connsiteX7" fmla="*/ 342900 w 497055"/>
                <a:gd name="connsiteY7" fmla="*/ 238125 h 476876"/>
                <a:gd name="connsiteX8" fmla="*/ 247650 w 497055"/>
                <a:gd name="connsiteY8" fmla="*/ 142875 h 476876"/>
                <a:gd name="connsiteX9" fmla="*/ 219075 w 497055"/>
                <a:gd name="connsiteY9" fmla="*/ 114300 h 476876"/>
                <a:gd name="connsiteX10" fmla="*/ 109538 w 497055"/>
                <a:gd name="connsiteY10" fmla="*/ 0 h 476876"/>
                <a:gd name="connsiteX11" fmla="*/ 0 w 497055"/>
                <a:gd name="connsiteY11" fmla="*/ 114300 h 476876"/>
                <a:gd name="connsiteX12" fmla="*/ 60960 w 497055"/>
                <a:gd name="connsiteY12" fmla="*/ 216218 h 476876"/>
                <a:gd name="connsiteX13" fmla="*/ 58102 w 497055"/>
                <a:gd name="connsiteY13" fmla="*/ 239077 h 476876"/>
                <a:gd name="connsiteX14" fmla="*/ 148590 w 497055"/>
                <a:gd name="connsiteY14" fmla="*/ 333375 h 476876"/>
                <a:gd name="connsiteX15" fmla="*/ 204788 w 497055"/>
                <a:gd name="connsiteY15" fmla="*/ 313373 h 476876"/>
                <a:gd name="connsiteX16" fmla="*/ 286703 w 497055"/>
                <a:gd name="connsiteY16" fmla="*/ 352425 h 476876"/>
                <a:gd name="connsiteX17" fmla="*/ 394893 w 497055"/>
                <a:gd name="connsiteY17" fmla="*/ 375064 h 476876"/>
                <a:gd name="connsiteX18" fmla="*/ 453839 w 497055"/>
                <a:gd name="connsiteY18" fmla="*/ 397380 h 476876"/>
                <a:gd name="connsiteX19" fmla="*/ 496253 w 497055"/>
                <a:gd name="connsiteY19" fmla="*/ 476250 h 476876"/>
                <a:gd name="connsiteX20" fmla="*/ 456584 w 497055"/>
                <a:gd name="connsiteY20" fmla="*/ 353697 h 47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97055" h="476876">
                  <a:moveTo>
                    <a:pt x="456584" y="353697"/>
                  </a:moveTo>
                  <a:cubicBezTo>
                    <a:pt x="448633" y="328964"/>
                    <a:pt x="462734" y="340763"/>
                    <a:pt x="448549" y="327851"/>
                  </a:cubicBezTo>
                  <a:cubicBezTo>
                    <a:pt x="434364" y="314939"/>
                    <a:pt x="389083" y="289592"/>
                    <a:pt x="371475" y="276225"/>
                  </a:cubicBezTo>
                  <a:cubicBezTo>
                    <a:pt x="353867" y="262858"/>
                    <a:pt x="342900" y="263843"/>
                    <a:pt x="342900" y="247650"/>
                  </a:cubicBezTo>
                  <a:lnTo>
                    <a:pt x="342900" y="247650"/>
                  </a:lnTo>
                  <a:lnTo>
                    <a:pt x="342900" y="247650"/>
                  </a:lnTo>
                  <a:lnTo>
                    <a:pt x="342900" y="247650"/>
                  </a:lnTo>
                  <a:lnTo>
                    <a:pt x="342900" y="238125"/>
                  </a:lnTo>
                  <a:cubicBezTo>
                    <a:pt x="342900" y="185738"/>
                    <a:pt x="300038" y="142875"/>
                    <a:pt x="247650" y="142875"/>
                  </a:cubicBezTo>
                  <a:cubicBezTo>
                    <a:pt x="231458" y="142875"/>
                    <a:pt x="219075" y="130493"/>
                    <a:pt x="219075" y="114300"/>
                  </a:cubicBezTo>
                  <a:cubicBezTo>
                    <a:pt x="219075" y="51435"/>
                    <a:pt x="170498" y="0"/>
                    <a:pt x="109538" y="0"/>
                  </a:cubicBezTo>
                  <a:cubicBezTo>
                    <a:pt x="48577" y="0"/>
                    <a:pt x="0" y="51435"/>
                    <a:pt x="0" y="114300"/>
                  </a:cubicBezTo>
                  <a:cubicBezTo>
                    <a:pt x="0" y="159068"/>
                    <a:pt x="24765" y="198120"/>
                    <a:pt x="60960" y="216218"/>
                  </a:cubicBezTo>
                  <a:cubicBezTo>
                    <a:pt x="59055" y="223838"/>
                    <a:pt x="58102" y="231458"/>
                    <a:pt x="58102" y="239077"/>
                  </a:cubicBezTo>
                  <a:cubicBezTo>
                    <a:pt x="58102" y="291465"/>
                    <a:pt x="98107" y="333375"/>
                    <a:pt x="148590" y="333375"/>
                  </a:cubicBezTo>
                  <a:cubicBezTo>
                    <a:pt x="169545" y="333375"/>
                    <a:pt x="189548" y="325755"/>
                    <a:pt x="204788" y="313373"/>
                  </a:cubicBezTo>
                  <a:cubicBezTo>
                    <a:pt x="223838" y="337185"/>
                    <a:pt x="253365" y="352425"/>
                    <a:pt x="286703" y="352425"/>
                  </a:cubicBezTo>
                  <a:cubicBezTo>
                    <a:pt x="321628" y="352425"/>
                    <a:pt x="359968" y="375064"/>
                    <a:pt x="394893" y="375064"/>
                  </a:cubicBezTo>
                  <a:cubicBezTo>
                    <a:pt x="421563" y="375064"/>
                    <a:pt x="453839" y="370710"/>
                    <a:pt x="453839" y="397380"/>
                  </a:cubicBezTo>
                  <a:lnTo>
                    <a:pt x="496253" y="476250"/>
                  </a:lnTo>
                  <a:cubicBezTo>
                    <a:pt x="502777" y="486153"/>
                    <a:pt x="467723" y="375724"/>
                    <a:pt x="456584" y="353697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33" name="Gráfico 32" descr="Trabalhador de construção estrutura de tópicos">
              <a:extLst>
                <a:ext uri="{FF2B5EF4-FFF2-40B4-BE49-F238E27FC236}">
                  <a16:creationId xmlns:a16="http://schemas.microsoft.com/office/drawing/2014/main" id="{87A53D69-81F5-8CF1-1863-4D50E578B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33821" y="4485620"/>
              <a:ext cx="914400" cy="914400"/>
            </a:xfrm>
            <a:prstGeom prst="rect">
              <a:avLst/>
            </a:prstGeom>
          </p:spPr>
        </p:pic>
      </p:grpSp>
      <p:grpSp>
        <p:nvGrpSpPr>
          <p:cNvPr id="1061" name="Agrupar 1060">
            <a:extLst>
              <a:ext uri="{FF2B5EF4-FFF2-40B4-BE49-F238E27FC236}">
                <a16:creationId xmlns:a16="http://schemas.microsoft.com/office/drawing/2014/main" id="{6A34BFF0-F50C-9EDF-FA9A-EDCB2E2A6B3C}"/>
              </a:ext>
            </a:extLst>
          </p:cNvPr>
          <p:cNvGrpSpPr/>
          <p:nvPr/>
        </p:nvGrpSpPr>
        <p:grpSpPr>
          <a:xfrm>
            <a:off x="8044037" y="2552054"/>
            <a:ext cx="1364194" cy="1340144"/>
            <a:chOff x="8259661" y="4256181"/>
            <a:chExt cx="1750057" cy="1719206"/>
          </a:xfrm>
        </p:grpSpPr>
        <p:sp>
          <p:nvSpPr>
            <p:cNvPr id="1045" name="Elipse 1044">
              <a:extLst>
                <a:ext uri="{FF2B5EF4-FFF2-40B4-BE49-F238E27FC236}">
                  <a16:creationId xmlns:a16="http://schemas.microsoft.com/office/drawing/2014/main" id="{4A449DC3-C010-42AF-6F8B-8AD69B12404A}"/>
                </a:ext>
              </a:extLst>
            </p:cNvPr>
            <p:cNvSpPr/>
            <p:nvPr/>
          </p:nvSpPr>
          <p:spPr>
            <a:xfrm>
              <a:off x="8259661" y="4256181"/>
              <a:ext cx="1719206" cy="171920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B0F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51" name="Gráfico 1050" descr="Mão de robô com preenchimento sólido">
              <a:extLst>
                <a:ext uri="{FF2B5EF4-FFF2-40B4-BE49-F238E27FC236}">
                  <a16:creationId xmlns:a16="http://schemas.microsoft.com/office/drawing/2014/main" id="{C41128E0-C307-8B86-6B9B-841A07B0F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792323" y="5048250"/>
              <a:ext cx="914400" cy="914400"/>
            </a:xfrm>
            <a:prstGeom prst="rect">
              <a:avLst/>
            </a:prstGeom>
          </p:spPr>
        </p:pic>
        <p:pic>
          <p:nvPicPr>
            <p:cNvPr id="1052" name="Gráfico 1051" descr="Eletricista masculino com preenchimento sólido">
              <a:extLst>
                <a:ext uri="{FF2B5EF4-FFF2-40B4-BE49-F238E27FC236}">
                  <a16:creationId xmlns:a16="http://schemas.microsoft.com/office/drawing/2014/main" id="{1B919DAB-6B1B-3D79-F8A1-F3EA9A339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259661" y="4520469"/>
              <a:ext cx="914400" cy="914400"/>
            </a:xfrm>
            <a:prstGeom prst="rect">
              <a:avLst/>
            </a:prstGeom>
          </p:spPr>
        </p:pic>
        <p:pic>
          <p:nvPicPr>
            <p:cNvPr id="1059" name="Gráfico 1058" descr="Trabalhador de construção estrutura de tópicos">
              <a:extLst>
                <a:ext uri="{FF2B5EF4-FFF2-40B4-BE49-F238E27FC236}">
                  <a16:creationId xmlns:a16="http://schemas.microsoft.com/office/drawing/2014/main" id="{D94401DE-3E42-4E81-5FEE-4C1D33233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095318" y="4520468"/>
              <a:ext cx="914400" cy="914400"/>
            </a:xfrm>
            <a:prstGeom prst="rect">
              <a:avLst/>
            </a:prstGeom>
          </p:spPr>
        </p:pic>
      </p:grpSp>
      <p:grpSp>
        <p:nvGrpSpPr>
          <p:cNvPr id="1162" name="Agrupar 1161">
            <a:extLst>
              <a:ext uri="{FF2B5EF4-FFF2-40B4-BE49-F238E27FC236}">
                <a16:creationId xmlns:a16="http://schemas.microsoft.com/office/drawing/2014/main" id="{6A5F07D4-B617-21B5-8989-A4851E26034C}"/>
              </a:ext>
            </a:extLst>
          </p:cNvPr>
          <p:cNvGrpSpPr/>
          <p:nvPr/>
        </p:nvGrpSpPr>
        <p:grpSpPr>
          <a:xfrm>
            <a:off x="1800783" y="2195594"/>
            <a:ext cx="575880" cy="717301"/>
            <a:chOff x="1646311" y="1700048"/>
            <a:chExt cx="575880" cy="717301"/>
          </a:xfrm>
        </p:grpSpPr>
        <p:grpSp>
          <p:nvGrpSpPr>
            <p:cNvPr id="50" name="Agrupar 49">
              <a:extLst>
                <a:ext uri="{FF2B5EF4-FFF2-40B4-BE49-F238E27FC236}">
                  <a16:creationId xmlns:a16="http://schemas.microsoft.com/office/drawing/2014/main" id="{7B5C971B-EF79-9891-0B70-E628F8093DFE}"/>
                </a:ext>
              </a:extLst>
            </p:cNvPr>
            <p:cNvGrpSpPr/>
            <p:nvPr/>
          </p:nvGrpSpPr>
          <p:grpSpPr>
            <a:xfrm>
              <a:off x="1660488" y="1700048"/>
              <a:ext cx="561703" cy="561703"/>
              <a:chOff x="1635234" y="3419115"/>
              <a:chExt cx="914400" cy="914400"/>
            </a:xfrm>
          </p:grpSpPr>
          <p:grpSp>
            <p:nvGrpSpPr>
              <p:cNvPr id="47" name="Agrupar 46">
                <a:extLst>
                  <a:ext uri="{FF2B5EF4-FFF2-40B4-BE49-F238E27FC236}">
                    <a16:creationId xmlns:a16="http://schemas.microsoft.com/office/drawing/2014/main" id="{8DFCAB7B-A938-B54E-AD41-2F8C0E73A6DE}"/>
                  </a:ext>
                </a:extLst>
              </p:cNvPr>
              <p:cNvGrpSpPr/>
              <p:nvPr/>
            </p:nvGrpSpPr>
            <p:grpSpPr>
              <a:xfrm>
                <a:off x="1957314" y="3756369"/>
                <a:ext cx="270239" cy="239183"/>
                <a:chOff x="-1604310" y="4429655"/>
                <a:chExt cx="352424" cy="352424"/>
              </a:xfrm>
            </p:grpSpPr>
            <p:pic>
              <p:nvPicPr>
                <p:cNvPr id="44" name="Gráfico 43" descr="Aviso com preenchimento sólido">
                  <a:extLst>
                    <a:ext uri="{FF2B5EF4-FFF2-40B4-BE49-F238E27FC236}">
                      <a16:creationId xmlns:a16="http://schemas.microsoft.com/office/drawing/2014/main" id="{37CD4C9D-D286-46A9-951E-C552D80A73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580683" y="4440918"/>
                  <a:ext cx="298149" cy="298149"/>
                </a:xfrm>
                <a:prstGeom prst="rect">
                  <a:avLst/>
                </a:prstGeom>
              </p:spPr>
            </p:pic>
            <p:sp>
              <p:nvSpPr>
                <p:cNvPr id="59" name="Retângulo: Cantos Arredondados 58">
                  <a:extLst>
                    <a:ext uri="{FF2B5EF4-FFF2-40B4-BE49-F238E27FC236}">
                      <a16:creationId xmlns:a16="http://schemas.microsoft.com/office/drawing/2014/main" id="{05CDE384-C63D-88DC-2C5E-21F2798D8C6E}"/>
                    </a:ext>
                  </a:extLst>
                </p:cNvPr>
                <p:cNvSpPr/>
                <p:nvPr/>
              </p:nvSpPr>
              <p:spPr>
                <a:xfrm>
                  <a:off x="-1604310" y="4429655"/>
                  <a:ext cx="352424" cy="352424"/>
                </a:xfrm>
                <a:prstGeom prst="roundRect">
                  <a:avLst/>
                </a:pr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pic>
            <p:nvPicPr>
              <p:cNvPr id="43" name="Gráfico 42" descr="Tablet com preenchimento sólido">
                <a:extLst>
                  <a:ext uri="{FF2B5EF4-FFF2-40B4-BE49-F238E27FC236}">
                    <a16:creationId xmlns:a16="http://schemas.microsoft.com/office/drawing/2014/main" id="{8E830615-28CA-C55E-5615-A589BA1DE0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635234" y="3419115"/>
                <a:ext cx="914400" cy="914400"/>
              </a:xfrm>
              <a:prstGeom prst="rect">
                <a:avLst/>
              </a:prstGeom>
            </p:spPr>
          </p:pic>
        </p:grpSp>
        <p:pic>
          <p:nvPicPr>
            <p:cNvPr id="1068" name="Gráfico 1067" descr="Gesto de toque duplo com preenchimento sólido">
              <a:extLst>
                <a:ext uri="{FF2B5EF4-FFF2-40B4-BE49-F238E27FC236}">
                  <a16:creationId xmlns:a16="http://schemas.microsoft.com/office/drawing/2014/main" id="{275AEBFE-1103-AF8F-2974-14E165C72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646311" y="2086456"/>
              <a:ext cx="330893" cy="330893"/>
            </a:xfrm>
            <a:prstGeom prst="rect">
              <a:avLst/>
            </a:prstGeom>
          </p:spPr>
        </p:pic>
      </p:grpSp>
      <p:sp>
        <p:nvSpPr>
          <p:cNvPr id="1073" name="Elipse 1072">
            <a:extLst>
              <a:ext uri="{FF2B5EF4-FFF2-40B4-BE49-F238E27FC236}">
                <a16:creationId xmlns:a16="http://schemas.microsoft.com/office/drawing/2014/main" id="{A7BD17A2-16CB-3035-AE58-2097C0BCC8E2}"/>
              </a:ext>
            </a:extLst>
          </p:cNvPr>
          <p:cNvSpPr/>
          <p:nvPr/>
        </p:nvSpPr>
        <p:spPr>
          <a:xfrm>
            <a:off x="10509411" y="2574685"/>
            <a:ext cx="1340144" cy="134014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64" name="Gráfico 1063" descr="Gráfico de barras com preenchimento sólido">
            <a:extLst>
              <a:ext uri="{FF2B5EF4-FFF2-40B4-BE49-F238E27FC236}">
                <a16:creationId xmlns:a16="http://schemas.microsoft.com/office/drawing/2014/main" id="{71915335-5D39-F0F5-F664-C4DBD1D189B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945503" y="3027544"/>
            <a:ext cx="445161" cy="445161"/>
          </a:xfrm>
          <a:prstGeom prst="rect">
            <a:avLst/>
          </a:prstGeom>
        </p:spPr>
      </p:pic>
      <p:pic>
        <p:nvPicPr>
          <p:cNvPr id="1066" name="Gráfico 1065" descr="Documento com preenchimento sólido">
            <a:extLst>
              <a:ext uri="{FF2B5EF4-FFF2-40B4-BE49-F238E27FC236}">
                <a16:creationId xmlns:a16="http://schemas.microsoft.com/office/drawing/2014/main" id="{52BDE7C8-52DE-5F22-4721-2DF042B2E03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545834" y="3038778"/>
            <a:ext cx="422694" cy="422693"/>
          </a:xfrm>
          <a:prstGeom prst="rect">
            <a:avLst/>
          </a:prstGeom>
        </p:spPr>
      </p:pic>
      <p:pic>
        <p:nvPicPr>
          <p:cNvPr id="1087" name="Gráfico 1086" descr="Documento com preenchimento sólido">
            <a:extLst>
              <a:ext uri="{FF2B5EF4-FFF2-40B4-BE49-F238E27FC236}">
                <a16:creationId xmlns:a16="http://schemas.microsoft.com/office/drawing/2014/main" id="{E909FFA5-005A-F050-203E-A91E658F79E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80900" y="2296310"/>
            <a:ext cx="542254" cy="542252"/>
          </a:xfrm>
          <a:prstGeom prst="rect">
            <a:avLst/>
          </a:prstGeom>
        </p:spPr>
      </p:pic>
      <p:pic>
        <p:nvPicPr>
          <p:cNvPr id="1089" name="Gráfico 1088" descr="Olho com preenchimento sólido">
            <a:extLst>
              <a:ext uri="{FF2B5EF4-FFF2-40B4-BE49-F238E27FC236}">
                <a16:creationId xmlns:a16="http://schemas.microsoft.com/office/drawing/2014/main" id="{DDC1B683-0F8C-9CEB-6839-ECDFD0BC56F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094470" y="2193695"/>
            <a:ext cx="809017" cy="809017"/>
          </a:xfrm>
          <a:prstGeom prst="rect">
            <a:avLst/>
          </a:prstGeom>
        </p:spPr>
      </p:pic>
      <p:pic>
        <p:nvPicPr>
          <p:cNvPr id="1097" name="Gráfico 1096" descr="Pesquisa com preenchimento sólido">
            <a:extLst>
              <a:ext uri="{FF2B5EF4-FFF2-40B4-BE49-F238E27FC236}">
                <a16:creationId xmlns:a16="http://schemas.microsoft.com/office/drawing/2014/main" id="{D7E95583-1429-7553-4860-A1606EB5AF0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436183" y="2264467"/>
            <a:ext cx="681569" cy="681569"/>
          </a:xfrm>
          <a:prstGeom prst="rect">
            <a:avLst/>
          </a:prstGeom>
        </p:spPr>
      </p:pic>
      <p:sp>
        <p:nvSpPr>
          <p:cNvPr id="1102" name="CaixaDeTexto 1101">
            <a:extLst>
              <a:ext uri="{FF2B5EF4-FFF2-40B4-BE49-F238E27FC236}">
                <a16:creationId xmlns:a16="http://schemas.microsoft.com/office/drawing/2014/main" id="{A919B786-1E04-E735-6AF9-5011A10C382A}"/>
              </a:ext>
            </a:extLst>
          </p:cNvPr>
          <p:cNvSpPr txBox="1"/>
          <p:nvPr/>
        </p:nvSpPr>
        <p:spPr>
          <a:xfrm>
            <a:off x="2963804" y="3917163"/>
            <a:ext cx="1915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</a:rPr>
              <a:t>Time Técnico</a:t>
            </a:r>
            <a:endParaRPr lang="pt-BR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pt-BR" sz="1200" dirty="0">
                <a:solidFill>
                  <a:schemeClr val="bg1">
                    <a:lumMod val="65000"/>
                  </a:schemeClr>
                </a:solidFill>
              </a:rPr>
              <a:t>Visualização de Chamado</a:t>
            </a:r>
            <a:endParaRPr lang="pt-BR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46D6B370-07DF-E613-2C6A-CBE87B24C61F}"/>
              </a:ext>
            </a:extLst>
          </p:cNvPr>
          <p:cNvSpPr txBox="1"/>
          <p:nvPr/>
        </p:nvSpPr>
        <p:spPr>
          <a:xfrm>
            <a:off x="5348302" y="3917163"/>
            <a:ext cx="1973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</a:rPr>
              <a:t>Time Técnico</a:t>
            </a:r>
            <a:endParaRPr lang="pt-BR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pt-BR" sz="1200" dirty="0">
                <a:solidFill>
                  <a:schemeClr val="bg1">
                    <a:lumMod val="65000"/>
                  </a:schemeClr>
                </a:solidFill>
              </a:rPr>
              <a:t>Priorização e Atendimento</a:t>
            </a:r>
            <a:endParaRPr lang="pt-BR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04" name="CaixaDeTexto 1103">
            <a:extLst>
              <a:ext uri="{FF2B5EF4-FFF2-40B4-BE49-F238E27FC236}">
                <a16:creationId xmlns:a16="http://schemas.microsoft.com/office/drawing/2014/main" id="{1BD1742F-9B14-BA66-081E-DD10306F8062}"/>
              </a:ext>
            </a:extLst>
          </p:cNvPr>
          <p:cNvSpPr txBox="1"/>
          <p:nvPr/>
        </p:nvSpPr>
        <p:spPr>
          <a:xfrm>
            <a:off x="7712325" y="3917163"/>
            <a:ext cx="21409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</a:rPr>
              <a:t>Time Técnico 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</a:rPr>
              <a:t>Time Operacional</a:t>
            </a:r>
            <a:endParaRPr lang="pt-BR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pt-BR" sz="1200" dirty="0">
                <a:solidFill>
                  <a:schemeClr val="bg1">
                    <a:lumMod val="65000"/>
                  </a:schemeClr>
                </a:solidFill>
              </a:rPr>
              <a:t>Alinhamento do tempo gasto</a:t>
            </a:r>
            <a:endParaRPr lang="pt-BR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05" name="CaixaDeTexto 1104">
            <a:extLst>
              <a:ext uri="{FF2B5EF4-FFF2-40B4-BE49-F238E27FC236}">
                <a16:creationId xmlns:a16="http://schemas.microsoft.com/office/drawing/2014/main" id="{8A2B89F4-6BB7-A47F-27C9-C3278C7FAFA6}"/>
              </a:ext>
            </a:extLst>
          </p:cNvPr>
          <p:cNvSpPr txBox="1"/>
          <p:nvPr/>
        </p:nvSpPr>
        <p:spPr>
          <a:xfrm>
            <a:off x="10218628" y="3917163"/>
            <a:ext cx="1980542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</a:rPr>
              <a:t>Gestão Manutenção</a:t>
            </a:r>
            <a:endParaRPr lang="pt-BR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pt-BR" sz="1200" dirty="0">
                <a:solidFill>
                  <a:schemeClr val="bg1">
                    <a:lumMod val="65000"/>
                  </a:schemeClr>
                </a:solidFill>
              </a:rPr>
              <a:t>Análise de dados</a:t>
            </a:r>
          </a:p>
          <a:p>
            <a:pPr algn="ctr"/>
            <a:r>
              <a:rPr lang="pt-BR" sz="1200" dirty="0">
                <a:solidFill>
                  <a:schemeClr val="bg1">
                    <a:lumMod val="65000"/>
                  </a:schemeClr>
                </a:solidFill>
              </a:rPr>
              <a:t>Análise de Chamado</a:t>
            </a:r>
          </a:p>
          <a:p>
            <a:pPr algn="ctr"/>
            <a:r>
              <a:rPr lang="pt-BR" sz="1200" dirty="0">
                <a:solidFill>
                  <a:schemeClr val="bg1">
                    <a:lumMod val="65000"/>
                  </a:schemeClr>
                </a:solidFill>
              </a:rPr>
              <a:t>Geração de histórico</a:t>
            </a:r>
          </a:p>
        </p:txBody>
      </p:sp>
      <p:pic>
        <p:nvPicPr>
          <p:cNvPr id="1027" name="Gráfico 1026" descr="Cronômetro 75% com preenchimento sólido">
            <a:extLst>
              <a:ext uri="{FF2B5EF4-FFF2-40B4-BE49-F238E27FC236}">
                <a16:creationId xmlns:a16="http://schemas.microsoft.com/office/drawing/2014/main" id="{6D062ECC-1E4C-6301-C90D-DCE66A7EECD0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367639" y="3025681"/>
            <a:ext cx="448886" cy="448886"/>
          </a:xfrm>
          <a:prstGeom prst="rect">
            <a:avLst/>
          </a:prstGeom>
        </p:spPr>
      </p:pic>
      <p:grpSp>
        <p:nvGrpSpPr>
          <p:cNvPr id="1193" name="Agrupar 1192">
            <a:extLst>
              <a:ext uri="{FF2B5EF4-FFF2-40B4-BE49-F238E27FC236}">
                <a16:creationId xmlns:a16="http://schemas.microsoft.com/office/drawing/2014/main" id="{C936205E-3DF5-DB72-E9EA-3050692E2B12}"/>
              </a:ext>
            </a:extLst>
          </p:cNvPr>
          <p:cNvGrpSpPr/>
          <p:nvPr/>
        </p:nvGrpSpPr>
        <p:grpSpPr>
          <a:xfrm>
            <a:off x="7238350" y="1451226"/>
            <a:ext cx="565200" cy="565200"/>
            <a:chOff x="7111928" y="1667413"/>
            <a:chExt cx="914400" cy="914400"/>
          </a:xfrm>
        </p:grpSpPr>
        <p:sp>
          <p:nvSpPr>
            <p:cNvPr id="1190" name="Elipse 1189">
              <a:extLst>
                <a:ext uri="{FF2B5EF4-FFF2-40B4-BE49-F238E27FC236}">
                  <a16:creationId xmlns:a16="http://schemas.microsoft.com/office/drawing/2014/main" id="{148FC96E-46D1-862F-7775-79EADE9B0C36}"/>
                </a:ext>
              </a:extLst>
            </p:cNvPr>
            <p:cNvSpPr/>
            <p:nvPr/>
          </p:nvSpPr>
          <p:spPr>
            <a:xfrm>
              <a:off x="7261909" y="1873008"/>
              <a:ext cx="611390" cy="611390"/>
            </a:xfrm>
            <a:prstGeom prst="ellipse">
              <a:avLst/>
            </a:prstGeom>
            <a:solidFill>
              <a:srgbClr val="06172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75" name="Gráfico 1174" descr="Cronômetro 66% com preenchimento sólido">
              <a:extLst>
                <a:ext uri="{FF2B5EF4-FFF2-40B4-BE49-F238E27FC236}">
                  <a16:creationId xmlns:a16="http://schemas.microsoft.com/office/drawing/2014/main" id="{6A012DA9-F43C-702D-A01C-C06322DFF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7111928" y="1667413"/>
              <a:ext cx="914400" cy="914400"/>
            </a:xfrm>
            <a:prstGeom prst="rect">
              <a:avLst/>
            </a:prstGeom>
          </p:spPr>
        </p:pic>
      </p:grpSp>
      <p:grpSp>
        <p:nvGrpSpPr>
          <p:cNvPr id="1185" name="Agrupar 1184">
            <a:extLst>
              <a:ext uri="{FF2B5EF4-FFF2-40B4-BE49-F238E27FC236}">
                <a16:creationId xmlns:a16="http://schemas.microsoft.com/office/drawing/2014/main" id="{D71F4B97-5728-7BA7-AA87-C6761CCCD013}"/>
              </a:ext>
            </a:extLst>
          </p:cNvPr>
          <p:cNvGrpSpPr/>
          <p:nvPr/>
        </p:nvGrpSpPr>
        <p:grpSpPr>
          <a:xfrm>
            <a:off x="2327066" y="1383882"/>
            <a:ext cx="565200" cy="565200"/>
            <a:chOff x="2357174" y="1430186"/>
            <a:chExt cx="914400" cy="914400"/>
          </a:xfrm>
        </p:grpSpPr>
        <p:sp>
          <p:nvSpPr>
            <p:cNvPr id="1184" name="Elipse 1183">
              <a:extLst>
                <a:ext uri="{FF2B5EF4-FFF2-40B4-BE49-F238E27FC236}">
                  <a16:creationId xmlns:a16="http://schemas.microsoft.com/office/drawing/2014/main" id="{8E21593E-AF1F-91CF-4884-719C2FA0179E}"/>
                </a:ext>
              </a:extLst>
            </p:cNvPr>
            <p:cNvSpPr/>
            <p:nvPr/>
          </p:nvSpPr>
          <p:spPr>
            <a:xfrm>
              <a:off x="2508679" y="1637582"/>
              <a:ext cx="611390" cy="611390"/>
            </a:xfrm>
            <a:prstGeom prst="ellipse">
              <a:avLst/>
            </a:prstGeom>
            <a:solidFill>
              <a:srgbClr val="06172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77" name="Gráfico 1176" descr="Cronômetro 33% com preenchimento sólido">
              <a:extLst>
                <a:ext uri="{FF2B5EF4-FFF2-40B4-BE49-F238E27FC236}">
                  <a16:creationId xmlns:a16="http://schemas.microsoft.com/office/drawing/2014/main" id="{42F360EB-E580-0591-4EA4-522873446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357174" y="1430186"/>
              <a:ext cx="914400" cy="914400"/>
            </a:xfrm>
            <a:prstGeom prst="rect">
              <a:avLst/>
            </a:prstGeom>
          </p:spPr>
        </p:pic>
      </p:grpSp>
      <p:grpSp>
        <p:nvGrpSpPr>
          <p:cNvPr id="1192" name="Agrupar 1191">
            <a:extLst>
              <a:ext uri="{FF2B5EF4-FFF2-40B4-BE49-F238E27FC236}">
                <a16:creationId xmlns:a16="http://schemas.microsoft.com/office/drawing/2014/main" id="{D22DE144-C40A-6CA3-60EF-45A6E251A8B3}"/>
              </a:ext>
            </a:extLst>
          </p:cNvPr>
          <p:cNvGrpSpPr/>
          <p:nvPr/>
        </p:nvGrpSpPr>
        <p:grpSpPr>
          <a:xfrm>
            <a:off x="4788598" y="1450931"/>
            <a:ext cx="565790" cy="565790"/>
            <a:chOff x="4737113" y="1537615"/>
            <a:chExt cx="914400" cy="914400"/>
          </a:xfrm>
        </p:grpSpPr>
        <p:sp>
          <p:nvSpPr>
            <p:cNvPr id="1187" name="Elipse 1186">
              <a:extLst>
                <a:ext uri="{FF2B5EF4-FFF2-40B4-BE49-F238E27FC236}">
                  <a16:creationId xmlns:a16="http://schemas.microsoft.com/office/drawing/2014/main" id="{8A920034-A1CB-0D06-6B39-AE93637AF573}"/>
                </a:ext>
              </a:extLst>
            </p:cNvPr>
            <p:cNvSpPr/>
            <p:nvPr/>
          </p:nvSpPr>
          <p:spPr>
            <a:xfrm>
              <a:off x="4889907" y="1744400"/>
              <a:ext cx="611390" cy="611390"/>
            </a:xfrm>
            <a:prstGeom prst="ellipse">
              <a:avLst/>
            </a:prstGeom>
            <a:solidFill>
              <a:srgbClr val="06172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81" name="Gráfico 1180" descr="Cronômetro 50% com preenchimento sólido">
              <a:extLst>
                <a:ext uri="{FF2B5EF4-FFF2-40B4-BE49-F238E27FC236}">
                  <a16:creationId xmlns:a16="http://schemas.microsoft.com/office/drawing/2014/main" id="{D342B964-8C55-E32F-6C4A-6CE118A29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4737113" y="1537615"/>
              <a:ext cx="914400" cy="914400"/>
            </a:xfrm>
            <a:prstGeom prst="rect">
              <a:avLst/>
            </a:prstGeom>
          </p:spPr>
        </p:pic>
      </p:grpSp>
      <p:grpSp>
        <p:nvGrpSpPr>
          <p:cNvPr id="1194" name="Agrupar 1193">
            <a:extLst>
              <a:ext uri="{FF2B5EF4-FFF2-40B4-BE49-F238E27FC236}">
                <a16:creationId xmlns:a16="http://schemas.microsoft.com/office/drawing/2014/main" id="{2B76790F-AF04-7972-CB51-DC7D972A63BD}"/>
              </a:ext>
            </a:extLst>
          </p:cNvPr>
          <p:cNvGrpSpPr/>
          <p:nvPr/>
        </p:nvGrpSpPr>
        <p:grpSpPr>
          <a:xfrm>
            <a:off x="9687511" y="1451226"/>
            <a:ext cx="565200" cy="565200"/>
            <a:chOff x="9515459" y="1295174"/>
            <a:chExt cx="914400" cy="914400"/>
          </a:xfrm>
        </p:grpSpPr>
        <p:sp>
          <p:nvSpPr>
            <p:cNvPr id="1191" name="Elipse 1190">
              <a:extLst>
                <a:ext uri="{FF2B5EF4-FFF2-40B4-BE49-F238E27FC236}">
                  <a16:creationId xmlns:a16="http://schemas.microsoft.com/office/drawing/2014/main" id="{273BEB57-9260-6035-71C2-0EA340F8746E}"/>
                </a:ext>
              </a:extLst>
            </p:cNvPr>
            <p:cNvSpPr/>
            <p:nvPr/>
          </p:nvSpPr>
          <p:spPr>
            <a:xfrm>
              <a:off x="9664961" y="1496701"/>
              <a:ext cx="611390" cy="611390"/>
            </a:xfrm>
            <a:prstGeom prst="ellipse">
              <a:avLst/>
            </a:prstGeom>
            <a:solidFill>
              <a:srgbClr val="06172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83" name="Gráfico 1182" descr="Cronômetro 75% com preenchimento sólido">
              <a:extLst>
                <a:ext uri="{FF2B5EF4-FFF2-40B4-BE49-F238E27FC236}">
                  <a16:creationId xmlns:a16="http://schemas.microsoft.com/office/drawing/2014/main" id="{910248EB-2A07-1D5A-9FC8-8AA592ED2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9515459" y="1295174"/>
              <a:ext cx="914400" cy="914400"/>
            </a:xfrm>
            <a:prstGeom prst="rect">
              <a:avLst/>
            </a:prstGeom>
          </p:spPr>
        </p:pic>
      </p:grpSp>
      <p:cxnSp>
        <p:nvCxnSpPr>
          <p:cNvPr id="1196" name="Conector: Curvo 1195">
            <a:extLst>
              <a:ext uri="{FF2B5EF4-FFF2-40B4-BE49-F238E27FC236}">
                <a16:creationId xmlns:a16="http://schemas.microsoft.com/office/drawing/2014/main" id="{9316F793-A14F-5193-00F9-51A408B19CF1}"/>
              </a:ext>
            </a:extLst>
          </p:cNvPr>
          <p:cNvCxnSpPr>
            <a:cxnSpLocks/>
            <a:stCxn id="10" idx="0"/>
            <a:endCxn id="1177" idx="1"/>
          </p:cNvCxnSpPr>
          <p:nvPr/>
        </p:nvCxnSpPr>
        <p:spPr>
          <a:xfrm rot="5400000" flipH="1" flipV="1">
            <a:off x="1392789" y="1663829"/>
            <a:ext cx="931623" cy="936931"/>
          </a:xfrm>
          <a:prstGeom prst="curvedConnector2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8" name="Conector: Curvo 1197">
            <a:extLst>
              <a:ext uri="{FF2B5EF4-FFF2-40B4-BE49-F238E27FC236}">
                <a16:creationId xmlns:a16="http://schemas.microsoft.com/office/drawing/2014/main" id="{0D385EE6-D131-5194-AE37-C355A259277A}"/>
              </a:ext>
            </a:extLst>
          </p:cNvPr>
          <p:cNvCxnSpPr>
            <a:cxnSpLocks/>
            <a:stCxn id="1177" idx="3"/>
            <a:endCxn id="11" idx="0"/>
          </p:cNvCxnSpPr>
          <p:nvPr/>
        </p:nvCxnSpPr>
        <p:spPr>
          <a:xfrm>
            <a:off x="2892266" y="1666482"/>
            <a:ext cx="939193" cy="885572"/>
          </a:xfrm>
          <a:prstGeom prst="curvedConnector2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3" name="Conector: Curvo 1202">
            <a:extLst>
              <a:ext uri="{FF2B5EF4-FFF2-40B4-BE49-F238E27FC236}">
                <a16:creationId xmlns:a16="http://schemas.microsoft.com/office/drawing/2014/main" id="{0CC0CD1D-1A05-0D15-F528-7E6522FE2941}"/>
              </a:ext>
            </a:extLst>
          </p:cNvPr>
          <p:cNvCxnSpPr>
            <a:cxnSpLocks/>
            <a:stCxn id="1181" idx="1"/>
            <a:endCxn id="11" idx="0"/>
          </p:cNvCxnSpPr>
          <p:nvPr/>
        </p:nvCxnSpPr>
        <p:spPr>
          <a:xfrm rot="10800000" flipV="1">
            <a:off x="3831460" y="1733826"/>
            <a:ext cx="957139" cy="818228"/>
          </a:xfrm>
          <a:prstGeom prst="curvedConnector2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6" name="Conector: Curvo 1205">
            <a:extLst>
              <a:ext uri="{FF2B5EF4-FFF2-40B4-BE49-F238E27FC236}">
                <a16:creationId xmlns:a16="http://schemas.microsoft.com/office/drawing/2014/main" id="{BF01FA8C-CD87-713B-7A6D-E70045E16A6E}"/>
              </a:ext>
            </a:extLst>
          </p:cNvPr>
          <p:cNvCxnSpPr>
            <a:cxnSpLocks/>
            <a:stCxn id="1181" idx="3"/>
            <a:endCxn id="1038" idx="0"/>
          </p:cNvCxnSpPr>
          <p:nvPr/>
        </p:nvCxnSpPr>
        <p:spPr>
          <a:xfrm>
            <a:off x="5354388" y="1733826"/>
            <a:ext cx="918396" cy="818228"/>
          </a:xfrm>
          <a:prstGeom prst="curvedConnector2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Conector: Curvo 1208">
            <a:extLst>
              <a:ext uri="{FF2B5EF4-FFF2-40B4-BE49-F238E27FC236}">
                <a16:creationId xmlns:a16="http://schemas.microsoft.com/office/drawing/2014/main" id="{4866615F-92FE-7CD6-AB45-5C2780846813}"/>
              </a:ext>
            </a:extLst>
          </p:cNvPr>
          <p:cNvCxnSpPr>
            <a:cxnSpLocks/>
            <a:stCxn id="1175" idx="1"/>
            <a:endCxn id="1038" idx="0"/>
          </p:cNvCxnSpPr>
          <p:nvPr/>
        </p:nvCxnSpPr>
        <p:spPr>
          <a:xfrm rot="10800000" flipV="1">
            <a:off x="6272784" y="1733826"/>
            <a:ext cx="965566" cy="818228"/>
          </a:xfrm>
          <a:prstGeom prst="curvedConnector2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2" name="Conector: Curvo 1211">
            <a:extLst>
              <a:ext uri="{FF2B5EF4-FFF2-40B4-BE49-F238E27FC236}">
                <a16:creationId xmlns:a16="http://schemas.microsoft.com/office/drawing/2014/main" id="{19DB28CA-0130-B58F-C6E1-149BE552864E}"/>
              </a:ext>
            </a:extLst>
          </p:cNvPr>
          <p:cNvCxnSpPr>
            <a:cxnSpLocks/>
            <a:stCxn id="1175" idx="3"/>
            <a:endCxn id="1045" idx="0"/>
          </p:cNvCxnSpPr>
          <p:nvPr/>
        </p:nvCxnSpPr>
        <p:spPr>
          <a:xfrm>
            <a:off x="7803550" y="1733826"/>
            <a:ext cx="910560" cy="818228"/>
          </a:xfrm>
          <a:prstGeom prst="curvedConnector2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" name="Conector: Curvo 1214">
            <a:extLst>
              <a:ext uri="{FF2B5EF4-FFF2-40B4-BE49-F238E27FC236}">
                <a16:creationId xmlns:a16="http://schemas.microsoft.com/office/drawing/2014/main" id="{CAE61779-1F11-A2F8-6BE2-3E3213E69875}"/>
              </a:ext>
            </a:extLst>
          </p:cNvPr>
          <p:cNvCxnSpPr>
            <a:cxnSpLocks/>
            <a:stCxn id="1183" idx="1"/>
            <a:endCxn id="1045" idx="0"/>
          </p:cNvCxnSpPr>
          <p:nvPr/>
        </p:nvCxnSpPr>
        <p:spPr>
          <a:xfrm rot="10800000" flipV="1">
            <a:off x="8714111" y="1733826"/>
            <a:ext cx="973401" cy="818228"/>
          </a:xfrm>
          <a:prstGeom prst="curvedConnector2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8" name="Conector: Curvo 1217">
            <a:extLst>
              <a:ext uri="{FF2B5EF4-FFF2-40B4-BE49-F238E27FC236}">
                <a16:creationId xmlns:a16="http://schemas.microsoft.com/office/drawing/2014/main" id="{46A11B81-9DCE-76B5-49CE-ADDF7DE90C23}"/>
              </a:ext>
            </a:extLst>
          </p:cNvPr>
          <p:cNvCxnSpPr>
            <a:cxnSpLocks/>
            <a:stCxn id="1183" idx="3"/>
            <a:endCxn id="1073" idx="0"/>
          </p:cNvCxnSpPr>
          <p:nvPr/>
        </p:nvCxnSpPr>
        <p:spPr>
          <a:xfrm>
            <a:off x="10252711" y="1733826"/>
            <a:ext cx="926772" cy="840859"/>
          </a:xfrm>
          <a:prstGeom prst="curvedConnector2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1" name="CaixaDeTexto 1220">
            <a:extLst>
              <a:ext uri="{FF2B5EF4-FFF2-40B4-BE49-F238E27FC236}">
                <a16:creationId xmlns:a16="http://schemas.microsoft.com/office/drawing/2014/main" id="{C94F0F86-B2B1-8C7C-C758-EEFEAD0654B9}"/>
              </a:ext>
            </a:extLst>
          </p:cNvPr>
          <p:cNvSpPr txBox="1"/>
          <p:nvPr/>
        </p:nvSpPr>
        <p:spPr>
          <a:xfrm>
            <a:off x="0" y="5151474"/>
            <a:ext cx="12199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Geração de todos os intervalos de tempos, da abertura ao fechamento do chamado.</a:t>
            </a:r>
            <a:endParaRPr lang="pt-B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Google Shape;664;p28">
            <a:extLst>
              <a:ext uri="{FF2B5EF4-FFF2-40B4-BE49-F238E27FC236}">
                <a16:creationId xmlns:a16="http://schemas.microsoft.com/office/drawing/2014/main" id="{B629CDDC-DAC8-E511-3467-D135625F622F}"/>
              </a:ext>
            </a:extLst>
          </p:cNvPr>
          <p:cNvSpPr/>
          <p:nvPr/>
        </p:nvSpPr>
        <p:spPr>
          <a:xfrm rot="16200000">
            <a:off x="355695" y="299401"/>
            <a:ext cx="330313" cy="363947"/>
          </a:xfrm>
          <a:prstGeom prst="flowChartMerg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392245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00E7654F-F1FB-11F9-8523-A981A627C06D}"/>
              </a:ext>
            </a:extLst>
          </p:cNvPr>
          <p:cNvSpPr/>
          <p:nvPr/>
        </p:nvSpPr>
        <p:spPr>
          <a:xfrm>
            <a:off x="4865539" y="2811674"/>
            <a:ext cx="3191864" cy="1686770"/>
          </a:xfrm>
          <a:prstGeom prst="roundRect">
            <a:avLst>
              <a:gd name="adj" fmla="val 3462"/>
            </a:avLst>
          </a:prstGeom>
          <a:noFill/>
          <a:ln>
            <a:solidFill>
              <a:srgbClr val="00B050">
                <a:alpha val="40000"/>
              </a:srgbClr>
            </a:solidFill>
            <a:prstDash val="sysDash"/>
          </a:ln>
          <a:effectLst>
            <a:outerShdw blurRad="50800" dist="38100" dir="2700000" algn="tl" rotWithShape="0">
              <a:srgbClr val="FFC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5FDA761B-720B-47D8-BF53-16AA24C0E37B}"/>
              </a:ext>
            </a:extLst>
          </p:cNvPr>
          <p:cNvCxnSpPr>
            <a:cxnSpLocks/>
            <a:stCxn id="111" idx="3"/>
            <a:endCxn id="51" idx="2"/>
          </p:cNvCxnSpPr>
          <p:nvPr/>
        </p:nvCxnSpPr>
        <p:spPr>
          <a:xfrm>
            <a:off x="2599610" y="1853112"/>
            <a:ext cx="3383952" cy="184148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: Angulado 61">
            <a:extLst>
              <a:ext uri="{FF2B5EF4-FFF2-40B4-BE49-F238E27FC236}">
                <a16:creationId xmlns:a16="http://schemas.microsoft.com/office/drawing/2014/main" id="{E4FF47EB-C8C7-A24C-A67C-5CC131CB67BF}"/>
              </a:ext>
            </a:extLst>
          </p:cNvPr>
          <p:cNvCxnSpPr>
            <a:cxnSpLocks/>
            <a:stCxn id="113" idx="3"/>
            <a:endCxn id="51" idx="2"/>
          </p:cNvCxnSpPr>
          <p:nvPr/>
        </p:nvCxnSpPr>
        <p:spPr>
          <a:xfrm>
            <a:off x="2599610" y="3085999"/>
            <a:ext cx="3383952" cy="60860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3F83518F-C8F6-5848-C4C0-251DAF3C2101}"/>
              </a:ext>
            </a:extLst>
          </p:cNvPr>
          <p:cNvCxnSpPr>
            <a:cxnSpLocks/>
            <a:stCxn id="114" idx="3"/>
            <a:endCxn id="51" idx="2"/>
          </p:cNvCxnSpPr>
          <p:nvPr/>
        </p:nvCxnSpPr>
        <p:spPr>
          <a:xfrm flipV="1">
            <a:off x="2599610" y="3694600"/>
            <a:ext cx="3383952" cy="184935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: Angulado 67">
            <a:extLst>
              <a:ext uri="{FF2B5EF4-FFF2-40B4-BE49-F238E27FC236}">
                <a16:creationId xmlns:a16="http://schemas.microsoft.com/office/drawing/2014/main" id="{25198714-5DFD-5BF7-1E3C-14B6B9BB35A6}"/>
              </a:ext>
            </a:extLst>
          </p:cNvPr>
          <p:cNvCxnSpPr>
            <a:cxnSpLocks/>
            <a:stCxn id="104" idx="1"/>
            <a:endCxn id="51" idx="6"/>
          </p:cNvCxnSpPr>
          <p:nvPr/>
        </p:nvCxnSpPr>
        <p:spPr>
          <a:xfrm rot="10800000" flipV="1">
            <a:off x="6944528" y="2183340"/>
            <a:ext cx="3147742" cy="151126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4FC06BF1-72B5-F99C-84C3-21379ABFAC97}"/>
              </a:ext>
            </a:extLst>
          </p:cNvPr>
          <p:cNvCxnSpPr>
            <a:cxnSpLocks/>
            <a:stCxn id="11" idx="1"/>
            <a:endCxn id="51" idx="6"/>
          </p:cNvCxnSpPr>
          <p:nvPr/>
        </p:nvCxnSpPr>
        <p:spPr>
          <a:xfrm rot="10800000">
            <a:off x="6944529" y="3694600"/>
            <a:ext cx="3150639" cy="107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98B633D8-3219-F3E8-AAE4-A4DC688B524A}"/>
              </a:ext>
            </a:extLst>
          </p:cNvPr>
          <p:cNvCxnSpPr>
            <a:cxnSpLocks/>
            <a:stCxn id="18" idx="1"/>
            <a:endCxn id="51" idx="6"/>
          </p:cNvCxnSpPr>
          <p:nvPr/>
        </p:nvCxnSpPr>
        <p:spPr>
          <a:xfrm rot="10800000">
            <a:off x="6944528" y="3694601"/>
            <a:ext cx="3147742" cy="145942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Google Shape;1040;p42">
            <a:extLst>
              <a:ext uri="{FF2B5EF4-FFF2-40B4-BE49-F238E27FC236}">
                <a16:creationId xmlns:a16="http://schemas.microsoft.com/office/drawing/2014/main" id="{D8970067-F020-F18C-D5CA-15A382A26C2B}"/>
              </a:ext>
            </a:extLst>
          </p:cNvPr>
          <p:cNvSpPr txBox="1">
            <a:spLocks/>
          </p:cNvSpPr>
          <p:nvPr/>
        </p:nvSpPr>
        <p:spPr>
          <a:xfrm>
            <a:off x="702824" y="95562"/>
            <a:ext cx="11489175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3467" dirty="0">
                <a:solidFill>
                  <a:schemeClr val="bg1"/>
                </a:solidFill>
                <a:latin typeface="Raleway Black"/>
              </a:rPr>
              <a:t>Gerenciador de Chamados – Arquitetura</a:t>
            </a:r>
            <a:endParaRPr lang="pt-BR" sz="3467" dirty="0">
              <a:solidFill>
                <a:schemeClr val="bg1"/>
              </a:solidFill>
              <a:latin typeface="Raleway Black"/>
              <a:sym typeface="Raleway Black"/>
            </a:endParaRPr>
          </a:p>
        </p:txBody>
      </p: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33BBB5AC-4BE2-ADFA-D5B0-CC90A8A8C65B}"/>
              </a:ext>
            </a:extLst>
          </p:cNvPr>
          <p:cNvGrpSpPr/>
          <p:nvPr/>
        </p:nvGrpSpPr>
        <p:grpSpPr>
          <a:xfrm>
            <a:off x="1058706" y="1328115"/>
            <a:ext cx="1540904" cy="1023963"/>
            <a:chOff x="968616" y="1465275"/>
            <a:chExt cx="1540904" cy="1023963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F74F9642-C06C-CF9F-D12C-08E5430325E6}"/>
                </a:ext>
              </a:extLst>
            </p:cNvPr>
            <p:cNvGrpSpPr/>
            <p:nvPr/>
          </p:nvGrpSpPr>
          <p:grpSpPr>
            <a:xfrm>
              <a:off x="968616" y="1491306"/>
              <a:ext cx="1540904" cy="997932"/>
              <a:chOff x="868073" y="2294195"/>
              <a:chExt cx="2201712" cy="1238367"/>
            </a:xfrm>
          </p:grpSpPr>
          <p:sp>
            <p:nvSpPr>
              <p:cNvPr id="110" name="CaixaDeTexto 109">
                <a:extLst>
                  <a:ext uri="{FF2B5EF4-FFF2-40B4-BE49-F238E27FC236}">
                    <a16:creationId xmlns:a16="http://schemas.microsoft.com/office/drawing/2014/main" id="{E827B022-DD21-D1ED-789B-13A7C90FFBA4}"/>
                  </a:ext>
                </a:extLst>
              </p:cNvPr>
              <p:cNvSpPr txBox="1"/>
              <p:nvPr/>
            </p:nvSpPr>
            <p:spPr>
              <a:xfrm>
                <a:off x="1695459" y="3073940"/>
                <a:ext cx="5469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L01</a:t>
                </a:r>
              </a:p>
            </p:txBody>
          </p:sp>
          <p:sp>
            <p:nvSpPr>
              <p:cNvPr id="111" name="Retângulo: Cantos Arredondados 110">
                <a:extLst>
                  <a:ext uri="{FF2B5EF4-FFF2-40B4-BE49-F238E27FC236}">
                    <a16:creationId xmlns:a16="http://schemas.microsoft.com/office/drawing/2014/main" id="{B6050516-5CCB-C6BA-0839-5A9DC0A6A316}"/>
                  </a:ext>
                </a:extLst>
              </p:cNvPr>
              <p:cNvSpPr/>
              <p:nvPr/>
            </p:nvSpPr>
            <p:spPr>
              <a:xfrm>
                <a:off x="868073" y="2294195"/>
                <a:ext cx="2201712" cy="1238367"/>
              </a:xfrm>
              <a:prstGeom prst="roundRect">
                <a:avLst>
                  <a:gd name="adj" fmla="val 6241"/>
                </a:avLst>
              </a:prstGeom>
              <a:noFill/>
              <a:ln w="19050">
                <a:solidFill>
                  <a:srgbClr val="FFCC00">
                    <a:alpha val="46000"/>
                  </a:srgbClr>
                </a:solidFill>
              </a:ln>
              <a:effectLst>
                <a:outerShdw blurRad="50800" dist="38100" dir="2700000" algn="tl" rotWithShape="0">
                  <a:srgbClr val="FFFF00">
                    <a:alpha val="76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11054EEF-00D8-9F16-47DC-20F2C42E35D6}"/>
                </a:ext>
              </a:extLst>
            </p:cNvPr>
            <p:cNvGrpSpPr/>
            <p:nvPr/>
          </p:nvGrpSpPr>
          <p:grpSpPr>
            <a:xfrm>
              <a:off x="1451128" y="1465275"/>
              <a:ext cx="575880" cy="717301"/>
              <a:chOff x="1646311" y="1700048"/>
              <a:chExt cx="575880" cy="717301"/>
            </a:xfrm>
          </p:grpSpPr>
          <p:grpSp>
            <p:nvGrpSpPr>
              <p:cNvPr id="6" name="Agrupar 5">
                <a:extLst>
                  <a:ext uri="{FF2B5EF4-FFF2-40B4-BE49-F238E27FC236}">
                    <a16:creationId xmlns:a16="http://schemas.microsoft.com/office/drawing/2014/main" id="{C3C75F79-E7E6-0A1E-53F2-A1BEB11CA207}"/>
                  </a:ext>
                </a:extLst>
              </p:cNvPr>
              <p:cNvGrpSpPr/>
              <p:nvPr/>
            </p:nvGrpSpPr>
            <p:grpSpPr>
              <a:xfrm>
                <a:off x="1660488" y="1700048"/>
                <a:ext cx="561703" cy="561703"/>
                <a:chOff x="1635234" y="3419115"/>
                <a:chExt cx="914400" cy="914400"/>
              </a:xfrm>
            </p:grpSpPr>
            <p:grpSp>
              <p:nvGrpSpPr>
                <p:cNvPr id="9" name="Agrupar 8">
                  <a:extLst>
                    <a:ext uri="{FF2B5EF4-FFF2-40B4-BE49-F238E27FC236}">
                      <a16:creationId xmlns:a16="http://schemas.microsoft.com/office/drawing/2014/main" id="{99DB11D4-2977-209A-BFD5-DF671F9939AB}"/>
                    </a:ext>
                  </a:extLst>
                </p:cNvPr>
                <p:cNvGrpSpPr/>
                <p:nvPr/>
              </p:nvGrpSpPr>
              <p:grpSpPr>
                <a:xfrm>
                  <a:off x="1957314" y="3756369"/>
                  <a:ext cx="270239" cy="239183"/>
                  <a:chOff x="-1604310" y="4429655"/>
                  <a:chExt cx="352424" cy="352424"/>
                </a:xfrm>
              </p:grpSpPr>
              <p:pic>
                <p:nvPicPr>
                  <p:cNvPr id="12" name="Gráfico 11" descr="Aviso com preenchimento sólido">
                    <a:extLst>
                      <a:ext uri="{FF2B5EF4-FFF2-40B4-BE49-F238E27FC236}">
                        <a16:creationId xmlns:a16="http://schemas.microsoft.com/office/drawing/2014/main" id="{31C39C27-244B-8326-28B4-5EAD06C82E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1580683" y="4440918"/>
                    <a:ext cx="298149" cy="298149"/>
                  </a:xfrm>
                  <a:prstGeom prst="rect">
                    <a:avLst/>
                  </a:prstGeom>
                </p:spPr>
              </p:pic>
              <p:sp>
                <p:nvSpPr>
                  <p:cNvPr id="16" name="Retângulo: Cantos Arredondados 15">
                    <a:extLst>
                      <a:ext uri="{FF2B5EF4-FFF2-40B4-BE49-F238E27FC236}">
                        <a16:creationId xmlns:a16="http://schemas.microsoft.com/office/drawing/2014/main" id="{EF27AC06-25AB-3304-511A-8E2909FA049A}"/>
                      </a:ext>
                    </a:extLst>
                  </p:cNvPr>
                  <p:cNvSpPr/>
                  <p:nvPr/>
                </p:nvSpPr>
                <p:spPr>
                  <a:xfrm>
                    <a:off x="-1604310" y="4429655"/>
                    <a:ext cx="352424" cy="352424"/>
                  </a:xfrm>
                  <a:prstGeom prst="roundRect">
                    <a:avLst/>
                  </a:prstGeom>
                  <a:noFill/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pic>
              <p:nvPicPr>
                <p:cNvPr id="10" name="Gráfico 9" descr="Tablet com preenchimento sólido">
                  <a:extLst>
                    <a:ext uri="{FF2B5EF4-FFF2-40B4-BE49-F238E27FC236}">
                      <a16:creationId xmlns:a16="http://schemas.microsoft.com/office/drawing/2014/main" id="{517EE02E-2607-A25F-285A-E3933E4F83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35234" y="3419115"/>
                  <a:ext cx="914400" cy="914400"/>
                </a:xfrm>
                <a:prstGeom prst="rect">
                  <a:avLst/>
                </a:prstGeom>
              </p:spPr>
            </p:pic>
          </p:grpSp>
          <p:pic>
            <p:nvPicPr>
              <p:cNvPr id="8" name="Gráfico 7" descr="Gesto de toque duplo com preenchimento sólido">
                <a:extLst>
                  <a:ext uri="{FF2B5EF4-FFF2-40B4-BE49-F238E27FC236}">
                    <a16:creationId xmlns:a16="http://schemas.microsoft.com/office/drawing/2014/main" id="{FFA026CC-BB5D-B902-15D5-AF21826252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646311" y="2086456"/>
                <a:ext cx="330893" cy="330893"/>
              </a:xfrm>
              <a:prstGeom prst="rect">
                <a:avLst/>
              </a:prstGeom>
            </p:spPr>
          </p:pic>
        </p:grpSp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9BB0A24F-B6F1-C764-AD3E-8ADB8CFB04D4}"/>
              </a:ext>
            </a:extLst>
          </p:cNvPr>
          <p:cNvGrpSpPr/>
          <p:nvPr/>
        </p:nvGrpSpPr>
        <p:grpSpPr>
          <a:xfrm>
            <a:off x="1058706" y="2553468"/>
            <a:ext cx="1540904" cy="1031497"/>
            <a:chOff x="968616" y="2647382"/>
            <a:chExt cx="1540904" cy="1031497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99E4884B-7950-76AD-82E4-84DC2E7AA251}"/>
                </a:ext>
              </a:extLst>
            </p:cNvPr>
            <p:cNvGrpSpPr/>
            <p:nvPr/>
          </p:nvGrpSpPr>
          <p:grpSpPr>
            <a:xfrm>
              <a:off x="968616" y="2680947"/>
              <a:ext cx="1540904" cy="997932"/>
              <a:chOff x="868072" y="3706505"/>
              <a:chExt cx="2201710" cy="1238369"/>
            </a:xfrm>
          </p:grpSpPr>
          <p:sp>
            <p:nvSpPr>
              <p:cNvPr id="113" name="Retângulo: Cantos Arredondados 112">
                <a:extLst>
                  <a:ext uri="{FF2B5EF4-FFF2-40B4-BE49-F238E27FC236}">
                    <a16:creationId xmlns:a16="http://schemas.microsoft.com/office/drawing/2014/main" id="{F7643FAE-7010-6774-43F9-36D7417EFCD2}"/>
                  </a:ext>
                </a:extLst>
              </p:cNvPr>
              <p:cNvSpPr/>
              <p:nvPr/>
            </p:nvSpPr>
            <p:spPr>
              <a:xfrm>
                <a:off x="868072" y="3706505"/>
                <a:ext cx="2201710" cy="1238369"/>
              </a:xfrm>
              <a:prstGeom prst="roundRect">
                <a:avLst>
                  <a:gd name="adj" fmla="val 6241"/>
                </a:avLst>
              </a:prstGeom>
              <a:noFill/>
              <a:ln w="19050">
                <a:solidFill>
                  <a:srgbClr val="FFCC00">
                    <a:alpha val="46000"/>
                  </a:srgbClr>
                </a:solidFill>
              </a:ln>
              <a:effectLst>
                <a:outerShdw blurRad="50800" dist="38100" dir="2700000" algn="tl" rotWithShape="0">
                  <a:srgbClr val="FFFF00">
                    <a:alpha val="76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19" name="CaixaDeTexto 118">
                <a:extLst>
                  <a:ext uri="{FF2B5EF4-FFF2-40B4-BE49-F238E27FC236}">
                    <a16:creationId xmlns:a16="http://schemas.microsoft.com/office/drawing/2014/main" id="{F529A368-689B-08C5-74CF-AD854154F62F}"/>
                  </a:ext>
                </a:extLst>
              </p:cNvPr>
              <p:cNvSpPr txBox="1"/>
              <p:nvPr/>
            </p:nvSpPr>
            <p:spPr>
              <a:xfrm>
                <a:off x="1695462" y="4470675"/>
                <a:ext cx="5469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L02</a:t>
                </a:r>
              </a:p>
            </p:txBody>
          </p:sp>
        </p:grp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EB4DFE8A-E242-516F-FD62-5E04DE7E8EEB}"/>
                </a:ext>
              </a:extLst>
            </p:cNvPr>
            <p:cNvGrpSpPr/>
            <p:nvPr/>
          </p:nvGrpSpPr>
          <p:grpSpPr>
            <a:xfrm>
              <a:off x="1451128" y="2647382"/>
              <a:ext cx="575880" cy="717301"/>
              <a:chOff x="1646311" y="1700048"/>
              <a:chExt cx="575880" cy="717301"/>
            </a:xfrm>
          </p:grpSpPr>
          <p:grpSp>
            <p:nvGrpSpPr>
              <p:cNvPr id="26" name="Agrupar 25">
                <a:extLst>
                  <a:ext uri="{FF2B5EF4-FFF2-40B4-BE49-F238E27FC236}">
                    <a16:creationId xmlns:a16="http://schemas.microsoft.com/office/drawing/2014/main" id="{DC5BFAEE-50F1-5BA0-4CE3-16499E1FE5F8}"/>
                  </a:ext>
                </a:extLst>
              </p:cNvPr>
              <p:cNvGrpSpPr/>
              <p:nvPr/>
            </p:nvGrpSpPr>
            <p:grpSpPr>
              <a:xfrm>
                <a:off x="1660488" y="1700048"/>
                <a:ext cx="561703" cy="561703"/>
                <a:chOff x="1635234" y="3419115"/>
                <a:chExt cx="914400" cy="914400"/>
              </a:xfrm>
            </p:grpSpPr>
            <p:grpSp>
              <p:nvGrpSpPr>
                <p:cNvPr id="28" name="Agrupar 27">
                  <a:extLst>
                    <a:ext uri="{FF2B5EF4-FFF2-40B4-BE49-F238E27FC236}">
                      <a16:creationId xmlns:a16="http://schemas.microsoft.com/office/drawing/2014/main" id="{F8D855BB-3DC2-85E2-AC1C-42FB5F1F91FD}"/>
                    </a:ext>
                  </a:extLst>
                </p:cNvPr>
                <p:cNvGrpSpPr/>
                <p:nvPr/>
              </p:nvGrpSpPr>
              <p:grpSpPr>
                <a:xfrm>
                  <a:off x="1957314" y="3756369"/>
                  <a:ext cx="270239" cy="239183"/>
                  <a:chOff x="-1604310" y="4429655"/>
                  <a:chExt cx="352424" cy="352424"/>
                </a:xfrm>
              </p:grpSpPr>
              <p:pic>
                <p:nvPicPr>
                  <p:cNvPr id="30" name="Gráfico 29" descr="Aviso com preenchimento sólido">
                    <a:extLst>
                      <a:ext uri="{FF2B5EF4-FFF2-40B4-BE49-F238E27FC236}">
                        <a16:creationId xmlns:a16="http://schemas.microsoft.com/office/drawing/2014/main" id="{AD97956E-99B1-982A-97B6-A94D074B18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1580683" y="4440918"/>
                    <a:ext cx="298149" cy="298149"/>
                  </a:xfrm>
                  <a:prstGeom prst="rect">
                    <a:avLst/>
                  </a:prstGeom>
                </p:spPr>
              </p:pic>
              <p:sp>
                <p:nvSpPr>
                  <p:cNvPr id="31" name="Retângulo: Cantos Arredondados 30">
                    <a:extLst>
                      <a:ext uri="{FF2B5EF4-FFF2-40B4-BE49-F238E27FC236}">
                        <a16:creationId xmlns:a16="http://schemas.microsoft.com/office/drawing/2014/main" id="{9B3ADDA7-D7F6-D50F-4091-00CB97A8E006}"/>
                      </a:ext>
                    </a:extLst>
                  </p:cNvPr>
                  <p:cNvSpPr/>
                  <p:nvPr/>
                </p:nvSpPr>
                <p:spPr>
                  <a:xfrm>
                    <a:off x="-1604310" y="4429655"/>
                    <a:ext cx="352424" cy="352424"/>
                  </a:xfrm>
                  <a:prstGeom prst="roundRect">
                    <a:avLst/>
                  </a:prstGeom>
                  <a:noFill/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pic>
              <p:nvPicPr>
                <p:cNvPr id="29" name="Gráfico 28" descr="Tablet com preenchimento sólido">
                  <a:extLst>
                    <a:ext uri="{FF2B5EF4-FFF2-40B4-BE49-F238E27FC236}">
                      <a16:creationId xmlns:a16="http://schemas.microsoft.com/office/drawing/2014/main" id="{9C6F690F-4FE4-BE75-D77B-8F3E32711C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35234" y="3419115"/>
                  <a:ext cx="914400" cy="914400"/>
                </a:xfrm>
                <a:prstGeom prst="rect">
                  <a:avLst/>
                </a:prstGeom>
              </p:spPr>
            </p:pic>
          </p:grpSp>
          <p:pic>
            <p:nvPicPr>
              <p:cNvPr id="27" name="Gráfico 26" descr="Gesto de toque duplo com preenchimento sólido">
                <a:extLst>
                  <a:ext uri="{FF2B5EF4-FFF2-40B4-BE49-F238E27FC236}">
                    <a16:creationId xmlns:a16="http://schemas.microsoft.com/office/drawing/2014/main" id="{7B64618B-82F7-C31D-8F5E-43BFC56F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646311" y="2086456"/>
                <a:ext cx="330893" cy="330893"/>
              </a:xfrm>
              <a:prstGeom prst="rect">
                <a:avLst/>
              </a:prstGeom>
            </p:spPr>
          </p:pic>
        </p:grpSp>
      </p:grpSp>
      <p:grpSp>
        <p:nvGrpSpPr>
          <p:cNvPr id="106" name="Agrupar 105">
            <a:extLst>
              <a:ext uri="{FF2B5EF4-FFF2-40B4-BE49-F238E27FC236}">
                <a16:creationId xmlns:a16="http://schemas.microsoft.com/office/drawing/2014/main" id="{F468B014-DACA-52FC-9120-436FB628EDBD}"/>
              </a:ext>
            </a:extLst>
          </p:cNvPr>
          <p:cNvGrpSpPr/>
          <p:nvPr/>
        </p:nvGrpSpPr>
        <p:grpSpPr>
          <a:xfrm>
            <a:off x="1058706" y="5019243"/>
            <a:ext cx="1540904" cy="1023679"/>
            <a:chOff x="968616" y="5156403"/>
            <a:chExt cx="1540904" cy="1023679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8E4D8168-7A32-6007-9321-9AD052E8D1B1}"/>
                </a:ext>
              </a:extLst>
            </p:cNvPr>
            <p:cNvGrpSpPr/>
            <p:nvPr/>
          </p:nvGrpSpPr>
          <p:grpSpPr>
            <a:xfrm>
              <a:off x="968616" y="5182150"/>
              <a:ext cx="1540904" cy="997932"/>
              <a:chOff x="868073" y="5107652"/>
              <a:chExt cx="2201712" cy="1238367"/>
            </a:xfrm>
          </p:grpSpPr>
          <p:sp>
            <p:nvSpPr>
              <p:cNvPr id="114" name="Retângulo: Cantos Arredondados 113">
                <a:extLst>
                  <a:ext uri="{FF2B5EF4-FFF2-40B4-BE49-F238E27FC236}">
                    <a16:creationId xmlns:a16="http://schemas.microsoft.com/office/drawing/2014/main" id="{14EEBE6A-90D7-7EEF-E996-4F2BD6671CA8}"/>
                  </a:ext>
                </a:extLst>
              </p:cNvPr>
              <p:cNvSpPr/>
              <p:nvPr/>
            </p:nvSpPr>
            <p:spPr>
              <a:xfrm>
                <a:off x="868073" y="5107652"/>
                <a:ext cx="2201712" cy="1238367"/>
              </a:xfrm>
              <a:prstGeom prst="roundRect">
                <a:avLst>
                  <a:gd name="adj" fmla="val 6241"/>
                </a:avLst>
              </a:prstGeom>
              <a:noFill/>
              <a:ln w="19050">
                <a:solidFill>
                  <a:srgbClr val="FFCC00">
                    <a:alpha val="46000"/>
                  </a:srgbClr>
                </a:solidFill>
              </a:ln>
              <a:effectLst>
                <a:outerShdw blurRad="50800" dist="38100" dir="2700000" algn="tl" rotWithShape="0">
                  <a:srgbClr val="FFFF00">
                    <a:alpha val="76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122" name="CaixaDeTexto 121">
                <a:extLst>
                  <a:ext uri="{FF2B5EF4-FFF2-40B4-BE49-F238E27FC236}">
                    <a16:creationId xmlns:a16="http://schemas.microsoft.com/office/drawing/2014/main" id="{D8C01391-29E0-8AA0-C230-0A85949E4EB8}"/>
                  </a:ext>
                </a:extLst>
              </p:cNvPr>
              <p:cNvSpPr txBox="1"/>
              <p:nvPr/>
            </p:nvSpPr>
            <p:spPr>
              <a:xfrm>
                <a:off x="1712293" y="5856259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.....</a:t>
                </a:r>
              </a:p>
            </p:txBody>
          </p:sp>
        </p:grp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B63729F7-CB86-FF83-69C3-56714B07230E}"/>
                </a:ext>
              </a:extLst>
            </p:cNvPr>
            <p:cNvGrpSpPr/>
            <p:nvPr/>
          </p:nvGrpSpPr>
          <p:grpSpPr>
            <a:xfrm>
              <a:off x="1451128" y="5156403"/>
              <a:ext cx="575880" cy="717301"/>
              <a:chOff x="1646311" y="1700048"/>
              <a:chExt cx="575880" cy="717301"/>
            </a:xfrm>
          </p:grpSpPr>
          <p:grpSp>
            <p:nvGrpSpPr>
              <p:cNvPr id="33" name="Agrupar 32">
                <a:extLst>
                  <a:ext uri="{FF2B5EF4-FFF2-40B4-BE49-F238E27FC236}">
                    <a16:creationId xmlns:a16="http://schemas.microsoft.com/office/drawing/2014/main" id="{165EA862-6152-0C8E-AF8A-6E0A6B35DFEB}"/>
                  </a:ext>
                </a:extLst>
              </p:cNvPr>
              <p:cNvGrpSpPr/>
              <p:nvPr/>
            </p:nvGrpSpPr>
            <p:grpSpPr>
              <a:xfrm>
                <a:off x="1660488" y="1700048"/>
                <a:ext cx="561703" cy="561703"/>
                <a:chOff x="1635234" y="3419115"/>
                <a:chExt cx="914400" cy="914400"/>
              </a:xfrm>
            </p:grpSpPr>
            <p:grpSp>
              <p:nvGrpSpPr>
                <p:cNvPr id="35" name="Agrupar 34">
                  <a:extLst>
                    <a:ext uri="{FF2B5EF4-FFF2-40B4-BE49-F238E27FC236}">
                      <a16:creationId xmlns:a16="http://schemas.microsoft.com/office/drawing/2014/main" id="{00DE25ED-D866-7185-F9CB-B004B8B0A596}"/>
                    </a:ext>
                  </a:extLst>
                </p:cNvPr>
                <p:cNvGrpSpPr/>
                <p:nvPr/>
              </p:nvGrpSpPr>
              <p:grpSpPr>
                <a:xfrm>
                  <a:off x="1957314" y="3756369"/>
                  <a:ext cx="270239" cy="239183"/>
                  <a:chOff x="-1604310" y="4429655"/>
                  <a:chExt cx="352424" cy="352424"/>
                </a:xfrm>
              </p:grpSpPr>
              <p:pic>
                <p:nvPicPr>
                  <p:cNvPr id="39" name="Gráfico 38" descr="Aviso com preenchimento sólido">
                    <a:extLst>
                      <a:ext uri="{FF2B5EF4-FFF2-40B4-BE49-F238E27FC236}">
                        <a16:creationId xmlns:a16="http://schemas.microsoft.com/office/drawing/2014/main" id="{A2F9A97E-2321-F82C-D419-AEF435B79B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1580683" y="4440918"/>
                    <a:ext cx="298149" cy="298149"/>
                  </a:xfrm>
                  <a:prstGeom prst="rect">
                    <a:avLst/>
                  </a:prstGeom>
                </p:spPr>
              </p:pic>
              <p:sp>
                <p:nvSpPr>
                  <p:cNvPr id="40" name="Retângulo: Cantos Arredondados 39">
                    <a:extLst>
                      <a:ext uri="{FF2B5EF4-FFF2-40B4-BE49-F238E27FC236}">
                        <a16:creationId xmlns:a16="http://schemas.microsoft.com/office/drawing/2014/main" id="{21850468-A3C3-9FE0-BACA-519AF2FD43FF}"/>
                      </a:ext>
                    </a:extLst>
                  </p:cNvPr>
                  <p:cNvSpPr/>
                  <p:nvPr/>
                </p:nvSpPr>
                <p:spPr>
                  <a:xfrm>
                    <a:off x="-1604310" y="4429655"/>
                    <a:ext cx="352424" cy="352424"/>
                  </a:xfrm>
                  <a:prstGeom prst="roundRect">
                    <a:avLst/>
                  </a:prstGeom>
                  <a:noFill/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pic>
              <p:nvPicPr>
                <p:cNvPr id="36" name="Gráfico 35" descr="Tablet com preenchimento sólido">
                  <a:extLst>
                    <a:ext uri="{FF2B5EF4-FFF2-40B4-BE49-F238E27FC236}">
                      <a16:creationId xmlns:a16="http://schemas.microsoft.com/office/drawing/2014/main" id="{FDE4819E-D058-ACE0-8768-3B807404AA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35234" y="3419115"/>
                  <a:ext cx="914400" cy="914400"/>
                </a:xfrm>
                <a:prstGeom prst="rect">
                  <a:avLst/>
                </a:prstGeom>
              </p:spPr>
            </p:pic>
          </p:grpSp>
          <p:pic>
            <p:nvPicPr>
              <p:cNvPr id="34" name="Gráfico 33" descr="Gesto de toque duplo com preenchimento sólido">
                <a:extLst>
                  <a:ext uri="{FF2B5EF4-FFF2-40B4-BE49-F238E27FC236}">
                    <a16:creationId xmlns:a16="http://schemas.microsoft.com/office/drawing/2014/main" id="{2487E405-5F27-6AF7-ED3F-D2C1F7BCB0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646311" y="2086456"/>
                <a:ext cx="330893" cy="330893"/>
              </a:xfrm>
              <a:prstGeom prst="rect">
                <a:avLst/>
              </a:prstGeom>
            </p:spPr>
          </p:pic>
        </p:grpSp>
      </p:grp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0B6F553F-9180-6E4A-FDD9-296990CB909D}"/>
              </a:ext>
            </a:extLst>
          </p:cNvPr>
          <p:cNvGrpSpPr/>
          <p:nvPr/>
        </p:nvGrpSpPr>
        <p:grpSpPr>
          <a:xfrm>
            <a:off x="1058706" y="3786355"/>
            <a:ext cx="1540904" cy="1031497"/>
            <a:chOff x="968616" y="3760823"/>
            <a:chExt cx="1540904" cy="1031497"/>
          </a:xfrm>
        </p:grpSpPr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957292B1-1A15-7BC7-0FEC-961849F479DE}"/>
                </a:ext>
              </a:extLst>
            </p:cNvPr>
            <p:cNvGrpSpPr/>
            <p:nvPr/>
          </p:nvGrpSpPr>
          <p:grpSpPr>
            <a:xfrm>
              <a:off x="968616" y="3794388"/>
              <a:ext cx="1540904" cy="997932"/>
              <a:chOff x="868073" y="3706500"/>
              <a:chExt cx="2201712" cy="1238367"/>
            </a:xfrm>
          </p:grpSpPr>
          <p:sp>
            <p:nvSpPr>
              <p:cNvPr id="53" name="Retângulo: Cantos Arredondados 52">
                <a:extLst>
                  <a:ext uri="{FF2B5EF4-FFF2-40B4-BE49-F238E27FC236}">
                    <a16:creationId xmlns:a16="http://schemas.microsoft.com/office/drawing/2014/main" id="{854E5D1E-2F9F-9A66-5995-6484DF72BD43}"/>
                  </a:ext>
                </a:extLst>
              </p:cNvPr>
              <p:cNvSpPr/>
              <p:nvPr/>
            </p:nvSpPr>
            <p:spPr>
              <a:xfrm>
                <a:off x="868073" y="3706500"/>
                <a:ext cx="2201712" cy="1238367"/>
              </a:xfrm>
              <a:prstGeom prst="roundRect">
                <a:avLst>
                  <a:gd name="adj" fmla="val 6241"/>
                </a:avLst>
              </a:prstGeom>
              <a:noFill/>
              <a:ln w="19050">
                <a:solidFill>
                  <a:srgbClr val="FFCC00">
                    <a:alpha val="46000"/>
                  </a:srgbClr>
                </a:solidFill>
              </a:ln>
              <a:effectLst>
                <a:outerShdw blurRad="50800" dist="38100" dir="2700000" algn="tl" rotWithShape="0">
                  <a:srgbClr val="FFFF00">
                    <a:alpha val="76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628FCBFC-359C-0F53-BC3B-9F1E51B8CBAA}"/>
                  </a:ext>
                </a:extLst>
              </p:cNvPr>
              <p:cNvSpPr txBox="1"/>
              <p:nvPr/>
            </p:nvSpPr>
            <p:spPr>
              <a:xfrm>
                <a:off x="1695461" y="4470676"/>
                <a:ext cx="546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L06</a:t>
                </a:r>
              </a:p>
            </p:txBody>
          </p: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id="{2ECF67DE-526B-B24C-EAC5-6D7B8F3A2C13}"/>
                </a:ext>
              </a:extLst>
            </p:cNvPr>
            <p:cNvGrpSpPr/>
            <p:nvPr/>
          </p:nvGrpSpPr>
          <p:grpSpPr>
            <a:xfrm>
              <a:off x="1451128" y="3760823"/>
              <a:ext cx="575880" cy="717301"/>
              <a:chOff x="1646311" y="1700048"/>
              <a:chExt cx="575880" cy="717301"/>
            </a:xfrm>
          </p:grpSpPr>
          <p:grpSp>
            <p:nvGrpSpPr>
              <p:cNvPr id="59" name="Agrupar 58">
                <a:extLst>
                  <a:ext uri="{FF2B5EF4-FFF2-40B4-BE49-F238E27FC236}">
                    <a16:creationId xmlns:a16="http://schemas.microsoft.com/office/drawing/2014/main" id="{838D6C79-672C-B138-F93F-1B936C522514}"/>
                  </a:ext>
                </a:extLst>
              </p:cNvPr>
              <p:cNvGrpSpPr/>
              <p:nvPr/>
            </p:nvGrpSpPr>
            <p:grpSpPr>
              <a:xfrm>
                <a:off x="1660488" y="1700048"/>
                <a:ext cx="561703" cy="561703"/>
                <a:chOff x="1635234" y="3419115"/>
                <a:chExt cx="914400" cy="914400"/>
              </a:xfrm>
            </p:grpSpPr>
            <p:grpSp>
              <p:nvGrpSpPr>
                <p:cNvPr id="63" name="Agrupar 62">
                  <a:extLst>
                    <a:ext uri="{FF2B5EF4-FFF2-40B4-BE49-F238E27FC236}">
                      <a16:creationId xmlns:a16="http://schemas.microsoft.com/office/drawing/2014/main" id="{4EA44FD5-DE41-F170-E11F-A576098089F8}"/>
                    </a:ext>
                  </a:extLst>
                </p:cNvPr>
                <p:cNvGrpSpPr/>
                <p:nvPr/>
              </p:nvGrpSpPr>
              <p:grpSpPr>
                <a:xfrm>
                  <a:off x="1957314" y="3756369"/>
                  <a:ext cx="270239" cy="239183"/>
                  <a:chOff x="-1604310" y="4429655"/>
                  <a:chExt cx="352424" cy="352424"/>
                </a:xfrm>
              </p:grpSpPr>
              <p:pic>
                <p:nvPicPr>
                  <p:cNvPr id="66" name="Gráfico 65" descr="Aviso com preenchimento sólido">
                    <a:extLst>
                      <a:ext uri="{FF2B5EF4-FFF2-40B4-BE49-F238E27FC236}">
                        <a16:creationId xmlns:a16="http://schemas.microsoft.com/office/drawing/2014/main" id="{DF2D20A3-0DE9-7B38-A25E-22CD194EDC4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1580683" y="4440918"/>
                    <a:ext cx="298149" cy="298149"/>
                  </a:xfrm>
                  <a:prstGeom prst="rect">
                    <a:avLst/>
                  </a:prstGeom>
                </p:spPr>
              </p:pic>
              <p:sp>
                <p:nvSpPr>
                  <p:cNvPr id="67" name="Retângulo: Cantos Arredondados 66">
                    <a:extLst>
                      <a:ext uri="{FF2B5EF4-FFF2-40B4-BE49-F238E27FC236}">
                        <a16:creationId xmlns:a16="http://schemas.microsoft.com/office/drawing/2014/main" id="{DEC35C8F-4A14-831D-6E89-3CCEC754074D}"/>
                      </a:ext>
                    </a:extLst>
                  </p:cNvPr>
                  <p:cNvSpPr/>
                  <p:nvPr/>
                </p:nvSpPr>
                <p:spPr>
                  <a:xfrm>
                    <a:off x="-1604310" y="4429655"/>
                    <a:ext cx="352424" cy="352424"/>
                  </a:xfrm>
                  <a:prstGeom prst="roundRect">
                    <a:avLst/>
                  </a:prstGeom>
                  <a:noFill/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</p:grpSp>
            <p:pic>
              <p:nvPicPr>
                <p:cNvPr id="64" name="Gráfico 63" descr="Tablet com preenchimento sólido">
                  <a:extLst>
                    <a:ext uri="{FF2B5EF4-FFF2-40B4-BE49-F238E27FC236}">
                      <a16:creationId xmlns:a16="http://schemas.microsoft.com/office/drawing/2014/main" id="{87294956-09C8-3B8F-F8CE-A88897016B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35234" y="3419115"/>
                  <a:ext cx="914400" cy="914400"/>
                </a:xfrm>
                <a:prstGeom prst="rect">
                  <a:avLst/>
                </a:prstGeom>
              </p:spPr>
            </p:pic>
          </p:grpSp>
          <p:pic>
            <p:nvPicPr>
              <p:cNvPr id="61" name="Gráfico 60" descr="Gesto de toque duplo com preenchimento sólido">
                <a:extLst>
                  <a:ext uri="{FF2B5EF4-FFF2-40B4-BE49-F238E27FC236}">
                    <a16:creationId xmlns:a16="http://schemas.microsoft.com/office/drawing/2014/main" id="{6A97F3C4-E2F0-D44F-64D1-B0C54E6DF1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646311" y="2086456"/>
                <a:ext cx="330893" cy="330893"/>
              </a:xfrm>
              <a:prstGeom prst="rect">
                <a:avLst/>
              </a:prstGeom>
            </p:spPr>
          </p:pic>
        </p:grpSp>
      </p:grpSp>
      <p:cxnSp>
        <p:nvCxnSpPr>
          <p:cNvPr id="75" name="Conector: Angulado 74">
            <a:extLst>
              <a:ext uri="{FF2B5EF4-FFF2-40B4-BE49-F238E27FC236}">
                <a16:creationId xmlns:a16="http://schemas.microsoft.com/office/drawing/2014/main" id="{AFF3FFDD-336B-BDCD-520E-6FFFEF996E18}"/>
              </a:ext>
            </a:extLst>
          </p:cNvPr>
          <p:cNvCxnSpPr>
            <a:cxnSpLocks/>
            <a:stCxn id="53" idx="3"/>
            <a:endCxn id="51" idx="2"/>
          </p:cNvCxnSpPr>
          <p:nvPr/>
        </p:nvCxnSpPr>
        <p:spPr>
          <a:xfrm flipV="1">
            <a:off x="2599610" y="3694600"/>
            <a:ext cx="3383952" cy="62428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F67A5D8C-4D1E-D1EF-8298-65A4BAF6174C}"/>
              </a:ext>
            </a:extLst>
          </p:cNvPr>
          <p:cNvSpPr/>
          <p:nvPr/>
        </p:nvSpPr>
        <p:spPr>
          <a:xfrm>
            <a:off x="5983562" y="3214117"/>
            <a:ext cx="960966" cy="960966"/>
          </a:xfrm>
          <a:prstGeom prst="ellipse">
            <a:avLst/>
          </a:prstGeom>
          <a:solidFill>
            <a:srgbClr val="000136"/>
          </a:solidFill>
          <a:ln>
            <a:solidFill>
              <a:srgbClr val="0001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0" name="Espaço Reservado para Conteúdo 5">
            <a:extLst>
              <a:ext uri="{FF2B5EF4-FFF2-40B4-BE49-F238E27FC236}">
                <a16:creationId xmlns:a16="http://schemas.microsoft.com/office/drawing/2014/main" id="{5C684B25-7CC2-745A-CF1B-5B5049B5E11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" t="34620" r="65350"/>
          <a:stretch/>
        </p:blipFill>
        <p:spPr>
          <a:xfrm>
            <a:off x="0" y="6467851"/>
            <a:ext cx="12199170" cy="402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45547B06-CE86-A012-A4AA-750B46DD46BE}"/>
              </a:ext>
            </a:extLst>
          </p:cNvPr>
          <p:cNvSpPr/>
          <p:nvPr/>
        </p:nvSpPr>
        <p:spPr>
          <a:xfrm>
            <a:off x="10092270" y="1486976"/>
            <a:ext cx="1416122" cy="1392728"/>
          </a:xfrm>
          <a:prstGeom prst="roundRect">
            <a:avLst>
              <a:gd name="adj" fmla="val 8960"/>
            </a:avLst>
          </a:prstGeom>
          <a:solidFill>
            <a:srgbClr val="0E2841">
              <a:alpha val="9000"/>
            </a:srgbClr>
          </a:solidFill>
          <a:ln w="25400">
            <a:solidFill>
              <a:srgbClr val="00B0F0">
                <a:alpha val="40000"/>
              </a:srgbClr>
            </a:solidFill>
            <a:prstDash val="sysDash"/>
          </a:ln>
          <a:effectLst>
            <a:outerShdw blurRad="50800" dist="38100" dir="2700000" algn="tl" rotWithShape="0">
              <a:schemeClr val="bg1">
                <a:lumMod val="85000"/>
                <a:alpha val="8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3419C84-33FB-A65D-AE0E-F7F28194B50C}"/>
              </a:ext>
            </a:extLst>
          </p:cNvPr>
          <p:cNvSpPr txBox="1"/>
          <p:nvPr/>
        </p:nvSpPr>
        <p:spPr>
          <a:xfrm>
            <a:off x="10095168" y="2324988"/>
            <a:ext cx="1410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Oficina Mecânica</a:t>
            </a:r>
          </a:p>
        </p:txBody>
      </p:sp>
      <p:pic>
        <p:nvPicPr>
          <p:cNvPr id="92" name="Gráfico 91" descr="Interface do Usuário/Experiência do Usuário com preenchimento sólido">
            <a:extLst>
              <a:ext uri="{FF2B5EF4-FFF2-40B4-BE49-F238E27FC236}">
                <a16:creationId xmlns:a16="http://schemas.microsoft.com/office/drawing/2014/main" id="{C5E68F83-01AE-C1DC-B365-946B8FB4A8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51329" y="1497281"/>
            <a:ext cx="914400" cy="914400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A1502FE-3DF6-726B-5485-9B7EB449E74B}"/>
              </a:ext>
            </a:extLst>
          </p:cNvPr>
          <p:cNvSpPr/>
          <p:nvPr/>
        </p:nvSpPr>
        <p:spPr>
          <a:xfrm>
            <a:off x="10095167" y="3031900"/>
            <a:ext cx="1416122" cy="1327547"/>
          </a:xfrm>
          <a:prstGeom prst="roundRect">
            <a:avLst>
              <a:gd name="adj" fmla="val 8960"/>
            </a:avLst>
          </a:prstGeom>
          <a:solidFill>
            <a:srgbClr val="0E2841">
              <a:alpha val="9000"/>
            </a:srgbClr>
          </a:solidFill>
          <a:ln w="25400">
            <a:solidFill>
              <a:srgbClr val="00B0F0">
                <a:alpha val="40000"/>
              </a:srgbClr>
            </a:solidFill>
            <a:prstDash val="sysDash"/>
          </a:ln>
          <a:effectLst>
            <a:outerShdw blurRad="50800" dist="38100" dir="2700000" algn="tl" rotWithShape="0">
              <a:schemeClr val="bg1">
                <a:lumMod val="85000"/>
                <a:alpha val="8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087B22D-CFF7-49B0-2780-B1356EA4D522}"/>
              </a:ext>
            </a:extLst>
          </p:cNvPr>
          <p:cNvSpPr txBox="1"/>
          <p:nvPr/>
        </p:nvSpPr>
        <p:spPr>
          <a:xfrm>
            <a:off x="10098065" y="3839068"/>
            <a:ext cx="1410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Oficina </a:t>
            </a:r>
          </a:p>
          <a:p>
            <a:pPr algn="ctr"/>
            <a:r>
              <a:rPr lang="pt-BR" sz="1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Inel</a:t>
            </a:r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3" name="Gráfico 92" descr="Interface do Usuário/Experiência do Usuário com preenchimento sólido">
            <a:extLst>
              <a:ext uri="{FF2B5EF4-FFF2-40B4-BE49-F238E27FC236}">
                <a16:creationId xmlns:a16="http://schemas.microsoft.com/office/drawing/2014/main" id="{DCC3B21B-84B0-3DE6-DFC9-C6CFF07591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54226" y="3031901"/>
            <a:ext cx="914400" cy="914400"/>
          </a:xfrm>
          <a:prstGeom prst="rect">
            <a:avLst/>
          </a:prstGeom>
        </p:spPr>
      </p:pic>
      <p:pic>
        <p:nvPicPr>
          <p:cNvPr id="97" name="Picture 2" descr="Web management - Free computer icons">
            <a:extLst>
              <a:ext uri="{FF2B5EF4-FFF2-40B4-BE49-F238E27FC236}">
                <a16:creationId xmlns:a16="http://schemas.microsoft.com/office/drawing/2014/main" id="{30BF0C48-2A78-1C50-C82E-D5FCE377B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892" y="3267335"/>
            <a:ext cx="918192" cy="91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CBFB4CA3-A3A0-11FD-770C-B0D9CE3C1872}"/>
              </a:ext>
            </a:extLst>
          </p:cNvPr>
          <p:cNvSpPr txBox="1"/>
          <p:nvPr/>
        </p:nvSpPr>
        <p:spPr>
          <a:xfrm>
            <a:off x="4865539" y="2434520"/>
            <a:ext cx="3191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APLICAÇÃO SERVER 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59EBD2A9-79CA-1485-5677-6B6868158C3F}"/>
              </a:ext>
            </a:extLst>
          </p:cNvPr>
          <p:cNvSpPr txBox="1"/>
          <p:nvPr/>
        </p:nvSpPr>
        <p:spPr>
          <a:xfrm>
            <a:off x="233226" y="940652"/>
            <a:ext cx="3191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APLICAÇÕES CLIENTS 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213F079-FB01-B7CB-4665-C3FD666BC6D6}"/>
              </a:ext>
            </a:extLst>
          </p:cNvPr>
          <p:cNvSpPr/>
          <p:nvPr/>
        </p:nvSpPr>
        <p:spPr>
          <a:xfrm>
            <a:off x="10092270" y="4495052"/>
            <a:ext cx="1432518" cy="1317942"/>
          </a:xfrm>
          <a:prstGeom prst="roundRect">
            <a:avLst>
              <a:gd name="adj" fmla="val 8960"/>
            </a:avLst>
          </a:prstGeom>
          <a:solidFill>
            <a:srgbClr val="0E2841">
              <a:alpha val="9000"/>
            </a:srgbClr>
          </a:solidFill>
          <a:ln w="25400">
            <a:solidFill>
              <a:srgbClr val="00B050">
                <a:alpha val="82000"/>
              </a:srgbClr>
            </a:solidFill>
            <a:prstDash val="sysDash"/>
          </a:ln>
          <a:effectLst>
            <a:outerShdw blurRad="50800" dist="38100" dir="2700000" algn="tl" rotWithShape="0">
              <a:schemeClr val="bg1">
                <a:lumMod val="85000"/>
                <a:alpha val="8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74C7A36-78C9-6BE0-BCB7-C926864038AC}"/>
              </a:ext>
            </a:extLst>
          </p:cNvPr>
          <p:cNvSpPr txBox="1"/>
          <p:nvPr/>
        </p:nvSpPr>
        <p:spPr>
          <a:xfrm>
            <a:off x="10441913" y="5442149"/>
            <a:ext cx="823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5" name="Gráfico 94" descr="Interface do Usuário/Experiência do Usuário com preenchimento sólido">
            <a:extLst>
              <a:ext uri="{FF2B5EF4-FFF2-40B4-BE49-F238E27FC236}">
                <a16:creationId xmlns:a16="http://schemas.microsoft.com/office/drawing/2014/main" id="{7AFB9711-F07B-2A8F-1B8B-8CD5745AF5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51329" y="4588197"/>
            <a:ext cx="914400" cy="914400"/>
          </a:xfrm>
          <a:prstGeom prst="rect">
            <a:avLst/>
          </a:prstGeom>
        </p:spPr>
      </p:pic>
      <p:sp>
        <p:nvSpPr>
          <p:cNvPr id="3080" name="CaixaDeTexto 3079">
            <a:extLst>
              <a:ext uri="{FF2B5EF4-FFF2-40B4-BE49-F238E27FC236}">
                <a16:creationId xmlns:a16="http://schemas.microsoft.com/office/drawing/2014/main" id="{9DF3BB54-0635-C2FC-DBB9-4C5EE1730338}"/>
              </a:ext>
            </a:extLst>
          </p:cNvPr>
          <p:cNvSpPr txBox="1"/>
          <p:nvPr/>
        </p:nvSpPr>
        <p:spPr>
          <a:xfrm>
            <a:off x="9138466" y="1037112"/>
            <a:ext cx="3191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APLICAÇÕES CLIENTS </a:t>
            </a:r>
          </a:p>
        </p:txBody>
      </p:sp>
      <p:sp>
        <p:nvSpPr>
          <p:cNvPr id="3082" name="Google Shape;664;p28">
            <a:extLst>
              <a:ext uri="{FF2B5EF4-FFF2-40B4-BE49-F238E27FC236}">
                <a16:creationId xmlns:a16="http://schemas.microsoft.com/office/drawing/2014/main" id="{C3DE20BC-0F2A-83B9-DDA8-032E803FB0F6}"/>
              </a:ext>
            </a:extLst>
          </p:cNvPr>
          <p:cNvSpPr/>
          <p:nvPr/>
        </p:nvSpPr>
        <p:spPr>
          <a:xfrm rot="16200000">
            <a:off x="355695" y="299401"/>
            <a:ext cx="330313" cy="363947"/>
          </a:xfrm>
          <a:prstGeom prst="flowChartMerg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231179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299</Words>
  <Application>Microsoft Office PowerPoint</Application>
  <PresentationFormat>Widescreen</PresentationFormat>
  <Paragraphs>72</Paragraphs>
  <Slides>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Raleway Black</vt:lpstr>
      <vt:lpstr>Raleway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Alan Farias</dc:creator>
  <cp:lastModifiedBy>Alan Farias</cp:lastModifiedBy>
  <cp:revision>79</cp:revision>
  <dcterms:created xsi:type="dcterms:W3CDTF">2024-03-30T22:00:11Z</dcterms:created>
  <dcterms:modified xsi:type="dcterms:W3CDTF">2024-06-24T11:15:53Z</dcterms:modified>
</cp:coreProperties>
</file>